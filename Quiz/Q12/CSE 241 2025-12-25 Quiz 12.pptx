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0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#1</a:t>
            </a:r>
            <a:r>
              <a:rPr lang="tr-TR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290051" y="703402"/>
            <a:ext cx="11611897" cy="5663089"/>
          </a:xfrm>
          <a:custGeom>
            <a:avLst/>
            <a:gdLst>
              <a:gd name="csX0" fmla="*/ 0 w 11611897"/>
              <a:gd name="csY0" fmla="*/ 0 h 5663089"/>
              <a:gd name="csX1" fmla="*/ 464476 w 11611897"/>
              <a:gd name="csY1" fmla="*/ 0 h 5663089"/>
              <a:gd name="csX2" fmla="*/ 696714 w 11611897"/>
              <a:gd name="csY2" fmla="*/ 0 h 5663089"/>
              <a:gd name="csX3" fmla="*/ 1509547 w 11611897"/>
              <a:gd name="csY3" fmla="*/ 0 h 5663089"/>
              <a:gd name="csX4" fmla="*/ 1974022 w 11611897"/>
              <a:gd name="csY4" fmla="*/ 0 h 5663089"/>
              <a:gd name="csX5" fmla="*/ 2438498 w 11611897"/>
              <a:gd name="csY5" fmla="*/ 0 h 5663089"/>
              <a:gd name="csX6" fmla="*/ 3251331 w 11611897"/>
              <a:gd name="csY6" fmla="*/ 0 h 5663089"/>
              <a:gd name="csX7" fmla="*/ 3599688 w 11611897"/>
              <a:gd name="csY7" fmla="*/ 0 h 5663089"/>
              <a:gd name="csX8" fmla="*/ 4412521 w 11611897"/>
              <a:gd name="csY8" fmla="*/ 0 h 5663089"/>
              <a:gd name="csX9" fmla="*/ 5225354 w 11611897"/>
              <a:gd name="csY9" fmla="*/ 0 h 5663089"/>
              <a:gd name="csX10" fmla="*/ 5805949 w 11611897"/>
              <a:gd name="csY10" fmla="*/ 0 h 5663089"/>
              <a:gd name="csX11" fmla="*/ 6618781 w 11611897"/>
              <a:gd name="csY11" fmla="*/ 0 h 5663089"/>
              <a:gd name="csX12" fmla="*/ 7083257 w 11611897"/>
              <a:gd name="csY12" fmla="*/ 0 h 5663089"/>
              <a:gd name="csX13" fmla="*/ 7547733 w 11611897"/>
              <a:gd name="csY13" fmla="*/ 0 h 5663089"/>
              <a:gd name="csX14" fmla="*/ 8244447 w 11611897"/>
              <a:gd name="csY14" fmla="*/ 0 h 5663089"/>
              <a:gd name="csX15" fmla="*/ 8708923 w 11611897"/>
              <a:gd name="csY15" fmla="*/ 0 h 5663089"/>
              <a:gd name="csX16" fmla="*/ 9521756 w 11611897"/>
              <a:gd name="csY16" fmla="*/ 0 h 5663089"/>
              <a:gd name="csX17" fmla="*/ 10334588 w 11611897"/>
              <a:gd name="csY17" fmla="*/ 0 h 5663089"/>
              <a:gd name="csX18" fmla="*/ 10915183 w 11611897"/>
              <a:gd name="csY18" fmla="*/ 0 h 5663089"/>
              <a:gd name="csX19" fmla="*/ 11611897 w 11611897"/>
              <a:gd name="csY19" fmla="*/ 0 h 5663089"/>
              <a:gd name="csX20" fmla="*/ 11611897 w 11611897"/>
              <a:gd name="csY20" fmla="*/ 396416 h 5663089"/>
              <a:gd name="csX21" fmla="*/ 11611897 w 11611897"/>
              <a:gd name="csY21" fmla="*/ 849463 h 5663089"/>
              <a:gd name="csX22" fmla="*/ 11611897 w 11611897"/>
              <a:gd name="csY22" fmla="*/ 1472403 h 5663089"/>
              <a:gd name="csX23" fmla="*/ 11611897 w 11611897"/>
              <a:gd name="csY23" fmla="*/ 1982081 h 5663089"/>
              <a:gd name="csX24" fmla="*/ 11611897 w 11611897"/>
              <a:gd name="csY24" fmla="*/ 2435128 h 5663089"/>
              <a:gd name="csX25" fmla="*/ 11611897 w 11611897"/>
              <a:gd name="csY25" fmla="*/ 3058068 h 5663089"/>
              <a:gd name="csX26" fmla="*/ 11611897 w 11611897"/>
              <a:gd name="csY26" fmla="*/ 3624377 h 5663089"/>
              <a:gd name="csX27" fmla="*/ 11611897 w 11611897"/>
              <a:gd name="csY27" fmla="*/ 4190686 h 5663089"/>
              <a:gd name="csX28" fmla="*/ 11611897 w 11611897"/>
              <a:gd name="csY28" fmla="*/ 4870257 h 5663089"/>
              <a:gd name="csX29" fmla="*/ 11611897 w 11611897"/>
              <a:gd name="csY29" fmla="*/ 5663089 h 5663089"/>
              <a:gd name="csX30" fmla="*/ 11379659 w 11611897"/>
              <a:gd name="csY30" fmla="*/ 5663089 h 5663089"/>
              <a:gd name="csX31" fmla="*/ 10682945 w 11611897"/>
              <a:gd name="csY31" fmla="*/ 5663089 h 5663089"/>
              <a:gd name="csX32" fmla="*/ 10450707 w 11611897"/>
              <a:gd name="csY32" fmla="*/ 5663089 h 5663089"/>
              <a:gd name="csX33" fmla="*/ 9753993 w 11611897"/>
              <a:gd name="csY33" fmla="*/ 5663089 h 5663089"/>
              <a:gd name="csX34" fmla="*/ 9405637 w 11611897"/>
              <a:gd name="csY34" fmla="*/ 5663089 h 5663089"/>
              <a:gd name="csX35" fmla="*/ 9173399 w 11611897"/>
              <a:gd name="csY35" fmla="*/ 5663089 h 5663089"/>
              <a:gd name="csX36" fmla="*/ 8825042 w 11611897"/>
              <a:gd name="csY36" fmla="*/ 5663089 h 5663089"/>
              <a:gd name="csX37" fmla="*/ 8128328 w 11611897"/>
              <a:gd name="csY37" fmla="*/ 5663089 h 5663089"/>
              <a:gd name="csX38" fmla="*/ 7779971 w 11611897"/>
              <a:gd name="csY38" fmla="*/ 5663089 h 5663089"/>
              <a:gd name="csX39" fmla="*/ 7547733 w 11611897"/>
              <a:gd name="csY39" fmla="*/ 5663089 h 5663089"/>
              <a:gd name="csX40" fmla="*/ 7199376 w 11611897"/>
              <a:gd name="csY40" fmla="*/ 5663089 h 5663089"/>
              <a:gd name="csX41" fmla="*/ 6734900 w 11611897"/>
              <a:gd name="csY41" fmla="*/ 5663089 h 5663089"/>
              <a:gd name="csX42" fmla="*/ 6154305 w 11611897"/>
              <a:gd name="csY42" fmla="*/ 5663089 h 5663089"/>
              <a:gd name="csX43" fmla="*/ 5805948 w 11611897"/>
              <a:gd name="csY43" fmla="*/ 5663089 h 5663089"/>
              <a:gd name="csX44" fmla="*/ 4993116 w 11611897"/>
              <a:gd name="csY44" fmla="*/ 5663089 h 5663089"/>
              <a:gd name="csX45" fmla="*/ 4412521 w 11611897"/>
              <a:gd name="csY45" fmla="*/ 5663089 h 5663089"/>
              <a:gd name="csX46" fmla="*/ 3599688 w 11611897"/>
              <a:gd name="csY46" fmla="*/ 5663089 h 5663089"/>
              <a:gd name="csX47" fmla="*/ 2902974 w 11611897"/>
              <a:gd name="csY47" fmla="*/ 5663089 h 5663089"/>
              <a:gd name="csX48" fmla="*/ 2438498 w 11611897"/>
              <a:gd name="csY48" fmla="*/ 5663089 h 5663089"/>
              <a:gd name="csX49" fmla="*/ 1741785 w 11611897"/>
              <a:gd name="csY49" fmla="*/ 5663089 h 5663089"/>
              <a:gd name="csX50" fmla="*/ 1393428 w 11611897"/>
              <a:gd name="csY50" fmla="*/ 5663089 h 5663089"/>
              <a:gd name="csX51" fmla="*/ 812833 w 11611897"/>
              <a:gd name="csY51" fmla="*/ 5663089 h 5663089"/>
              <a:gd name="csX52" fmla="*/ 580595 w 11611897"/>
              <a:gd name="csY52" fmla="*/ 5663089 h 5663089"/>
              <a:gd name="csX53" fmla="*/ 0 w 11611897"/>
              <a:gd name="csY53" fmla="*/ 5663089 h 5663089"/>
              <a:gd name="csX54" fmla="*/ 0 w 11611897"/>
              <a:gd name="csY54" fmla="*/ 5096780 h 5663089"/>
              <a:gd name="csX55" fmla="*/ 0 w 11611897"/>
              <a:gd name="csY55" fmla="*/ 4473840 h 5663089"/>
              <a:gd name="csX56" fmla="*/ 0 w 11611897"/>
              <a:gd name="csY56" fmla="*/ 3850901 h 5663089"/>
              <a:gd name="csX57" fmla="*/ 0 w 11611897"/>
              <a:gd name="csY57" fmla="*/ 3397853 h 5663089"/>
              <a:gd name="csX58" fmla="*/ 0 w 11611897"/>
              <a:gd name="csY58" fmla="*/ 2718283 h 5663089"/>
              <a:gd name="csX59" fmla="*/ 0 w 11611897"/>
              <a:gd name="csY59" fmla="*/ 2151974 h 5663089"/>
              <a:gd name="csX60" fmla="*/ 0 w 11611897"/>
              <a:gd name="csY60" fmla="*/ 1755558 h 5663089"/>
              <a:gd name="csX61" fmla="*/ 0 w 11611897"/>
              <a:gd name="csY61" fmla="*/ 1189249 h 5663089"/>
              <a:gd name="csX62" fmla="*/ 0 w 11611897"/>
              <a:gd name="csY62" fmla="*/ 679571 h 5663089"/>
              <a:gd name="csX63" fmla="*/ 0 w 11611897"/>
              <a:gd name="csY63" fmla="*/ 0 h 56630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1611897" h="5663089" extrusionOk="0">
                <a:moveTo>
                  <a:pt x="0" y="0"/>
                </a:moveTo>
                <a:cubicBezTo>
                  <a:pt x="157155" y="-3818"/>
                  <a:pt x="239357" y="19526"/>
                  <a:pt x="464476" y="0"/>
                </a:cubicBezTo>
                <a:cubicBezTo>
                  <a:pt x="689595" y="-19526"/>
                  <a:pt x="624410" y="15218"/>
                  <a:pt x="696714" y="0"/>
                </a:cubicBezTo>
                <a:cubicBezTo>
                  <a:pt x="769018" y="-15218"/>
                  <a:pt x="1166431" y="82113"/>
                  <a:pt x="1509547" y="0"/>
                </a:cubicBezTo>
                <a:cubicBezTo>
                  <a:pt x="1852663" y="-82113"/>
                  <a:pt x="1768705" y="44046"/>
                  <a:pt x="1974022" y="0"/>
                </a:cubicBezTo>
                <a:cubicBezTo>
                  <a:pt x="2179339" y="-44046"/>
                  <a:pt x="2333070" y="28411"/>
                  <a:pt x="2438498" y="0"/>
                </a:cubicBezTo>
                <a:cubicBezTo>
                  <a:pt x="2543926" y="-28411"/>
                  <a:pt x="2921333" y="88372"/>
                  <a:pt x="3251331" y="0"/>
                </a:cubicBezTo>
                <a:cubicBezTo>
                  <a:pt x="3581329" y="-88372"/>
                  <a:pt x="3517702" y="23015"/>
                  <a:pt x="3599688" y="0"/>
                </a:cubicBezTo>
                <a:cubicBezTo>
                  <a:pt x="3681674" y="-23015"/>
                  <a:pt x="4102663" y="17966"/>
                  <a:pt x="4412521" y="0"/>
                </a:cubicBezTo>
                <a:cubicBezTo>
                  <a:pt x="4722379" y="-17966"/>
                  <a:pt x="5032728" y="80951"/>
                  <a:pt x="5225354" y="0"/>
                </a:cubicBezTo>
                <a:cubicBezTo>
                  <a:pt x="5417980" y="-80951"/>
                  <a:pt x="5566767" y="29305"/>
                  <a:pt x="5805949" y="0"/>
                </a:cubicBezTo>
                <a:cubicBezTo>
                  <a:pt x="6045131" y="-29305"/>
                  <a:pt x="6345649" y="56987"/>
                  <a:pt x="6618781" y="0"/>
                </a:cubicBezTo>
                <a:cubicBezTo>
                  <a:pt x="6891913" y="-56987"/>
                  <a:pt x="6963458" y="11459"/>
                  <a:pt x="7083257" y="0"/>
                </a:cubicBezTo>
                <a:cubicBezTo>
                  <a:pt x="7203056" y="-11459"/>
                  <a:pt x="7366947" y="16789"/>
                  <a:pt x="7547733" y="0"/>
                </a:cubicBezTo>
                <a:cubicBezTo>
                  <a:pt x="7728519" y="-16789"/>
                  <a:pt x="7910987" y="52986"/>
                  <a:pt x="8244447" y="0"/>
                </a:cubicBezTo>
                <a:cubicBezTo>
                  <a:pt x="8577907" y="-52986"/>
                  <a:pt x="8587983" y="48244"/>
                  <a:pt x="8708923" y="0"/>
                </a:cubicBezTo>
                <a:cubicBezTo>
                  <a:pt x="8829863" y="-48244"/>
                  <a:pt x="9137755" y="32403"/>
                  <a:pt x="9521756" y="0"/>
                </a:cubicBezTo>
                <a:cubicBezTo>
                  <a:pt x="9905757" y="-32403"/>
                  <a:pt x="10114272" y="46877"/>
                  <a:pt x="10334588" y="0"/>
                </a:cubicBezTo>
                <a:cubicBezTo>
                  <a:pt x="10554904" y="-46877"/>
                  <a:pt x="10794958" y="41634"/>
                  <a:pt x="10915183" y="0"/>
                </a:cubicBezTo>
                <a:cubicBezTo>
                  <a:pt x="11035409" y="-41634"/>
                  <a:pt x="11472395" y="2580"/>
                  <a:pt x="11611897" y="0"/>
                </a:cubicBezTo>
                <a:cubicBezTo>
                  <a:pt x="11647279" y="86065"/>
                  <a:pt x="11595718" y="207677"/>
                  <a:pt x="11611897" y="396416"/>
                </a:cubicBezTo>
                <a:cubicBezTo>
                  <a:pt x="11628076" y="585155"/>
                  <a:pt x="11568303" y="684298"/>
                  <a:pt x="11611897" y="849463"/>
                </a:cubicBezTo>
                <a:cubicBezTo>
                  <a:pt x="11655491" y="1014628"/>
                  <a:pt x="11593851" y="1194033"/>
                  <a:pt x="11611897" y="1472403"/>
                </a:cubicBezTo>
                <a:cubicBezTo>
                  <a:pt x="11629943" y="1750773"/>
                  <a:pt x="11577278" y="1781681"/>
                  <a:pt x="11611897" y="1982081"/>
                </a:cubicBezTo>
                <a:cubicBezTo>
                  <a:pt x="11646516" y="2182481"/>
                  <a:pt x="11588065" y="2282656"/>
                  <a:pt x="11611897" y="2435128"/>
                </a:cubicBezTo>
                <a:cubicBezTo>
                  <a:pt x="11635729" y="2587600"/>
                  <a:pt x="11584839" y="2925480"/>
                  <a:pt x="11611897" y="3058068"/>
                </a:cubicBezTo>
                <a:cubicBezTo>
                  <a:pt x="11638955" y="3190656"/>
                  <a:pt x="11600413" y="3369357"/>
                  <a:pt x="11611897" y="3624377"/>
                </a:cubicBezTo>
                <a:cubicBezTo>
                  <a:pt x="11623381" y="3879397"/>
                  <a:pt x="11559488" y="3963207"/>
                  <a:pt x="11611897" y="4190686"/>
                </a:cubicBezTo>
                <a:cubicBezTo>
                  <a:pt x="11664306" y="4418165"/>
                  <a:pt x="11572343" y="4685053"/>
                  <a:pt x="11611897" y="4870257"/>
                </a:cubicBezTo>
                <a:cubicBezTo>
                  <a:pt x="11651451" y="5055461"/>
                  <a:pt x="11611688" y="5442942"/>
                  <a:pt x="11611897" y="5663089"/>
                </a:cubicBezTo>
                <a:cubicBezTo>
                  <a:pt x="11554732" y="5686794"/>
                  <a:pt x="11458894" y="5653145"/>
                  <a:pt x="11379659" y="5663089"/>
                </a:cubicBezTo>
                <a:cubicBezTo>
                  <a:pt x="11300424" y="5673033"/>
                  <a:pt x="10957593" y="5593183"/>
                  <a:pt x="10682945" y="5663089"/>
                </a:cubicBezTo>
                <a:cubicBezTo>
                  <a:pt x="10408297" y="5732995"/>
                  <a:pt x="10529831" y="5650219"/>
                  <a:pt x="10450707" y="5663089"/>
                </a:cubicBezTo>
                <a:cubicBezTo>
                  <a:pt x="10371583" y="5675959"/>
                  <a:pt x="10085452" y="5636114"/>
                  <a:pt x="9753993" y="5663089"/>
                </a:cubicBezTo>
                <a:cubicBezTo>
                  <a:pt x="9422534" y="5690064"/>
                  <a:pt x="9547335" y="5634293"/>
                  <a:pt x="9405637" y="5663089"/>
                </a:cubicBezTo>
                <a:cubicBezTo>
                  <a:pt x="9263939" y="5691885"/>
                  <a:pt x="9260924" y="5636088"/>
                  <a:pt x="9173399" y="5663089"/>
                </a:cubicBezTo>
                <a:cubicBezTo>
                  <a:pt x="9085874" y="5690090"/>
                  <a:pt x="8916501" y="5648922"/>
                  <a:pt x="8825042" y="5663089"/>
                </a:cubicBezTo>
                <a:cubicBezTo>
                  <a:pt x="8733583" y="5677256"/>
                  <a:pt x="8335344" y="5636384"/>
                  <a:pt x="8128328" y="5663089"/>
                </a:cubicBezTo>
                <a:cubicBezTo>
                  <a:pt x="7921312" y="5689794"/>
                  <a:pt x="7914929" y="5657214"/>
                  <a:pt x="7779971" y="5663089"/>
                </a:cubicBezTo>
                <a:cubicBezTo>
                  <a:pt x="7645013" y="5668964"/>
                  <a:pt x="7611782" y="5636663"/>
                  <a:pt x="7547733" y="5663089"/>
                </a:cubicBezTo>
                <a:cubicBezTo>
                  <a:pt x="7483684" y="5689515"/>
                  <a:pt x="7287320" y="5634044"/>
                  <a:pt x="7199376" y="5663089"/>
                </a:cubicBezTo>
                <a:cubicBezTo>
                  <a:pt x="7111432" y="5692134"/>
                  <a:pt x="6917273" y="5615847"/>
                  <a:pt x="6734900" y="5663089"/>
                </a:cubicBezTo>
                <a:cubicBezTo>
                  <a:pt x="6552527" y="5710331"/>
                  <a:pt x="6372334" y="5636100"/>
                  <a:pt x="6154305" y="5663089"/>
                </a:cubicBezTo>
                <a:cubicBezTo>
                  <a:pt x="5936277" y="5690078"/>
                  <a:pt x="5896923" y="5642490"/>
                  <a:pt x="5805948" y="5663089"/>
                </a:cubicBezTo>
                <a:cubicBezTo>
                  <a:pt x="5714973" y="5683688"/>
                  <a:pt x="5320557" y="5647056"/>
                  <a:pt x="4993116" y="5663089"/>
                </a:cubicBezTo>
                <a:cubicBezTo>
                  <a:pt x="4665675" y="5679122"/>
                  <a:pt x="4599002" y="5605480"/>
                  <a:pt x="4412521" y="5663089"/>
                </a:cubicBezTo>
                <a:cubicBezTo>
                  <a:pt x="4226040" y="5720698"/>
                  <a:pt x="3899844" y="5610814"/>
                  <a:pt x="3599688" y="5663089"/>
                </a:cubicBezTo>
                <a:cubicBezTo>
                  <a:pt x="3299532" y="5715364"/>
                  <a:pt x="3201768" y="5659318"/>
                  <a:pt x="2902974" y="5663089"/>
                </a:cubicBezTo>
                <a:cubicBezTo>
                  <a:pt x="2604180" y="5666860"/>
                  <a:pt x="2549088" y="5644952"/>
                  <a:pt x="2438498" y="5663089"/>
                </a:cubicBezTo>
                <a:cubicBezTo>
                  <a:pt x="2327908" y="5681226"/>
                  <a:pt x="1981333" y="5602536"/>
                  <a:pt x="1741785" y="5663089"/>
                </a:cubicBezTo>
                <a:cubicBezTo>
                  <a:pt x="1502237" y="5723642"/>
                  <a:pt x="1530166" y="5630390"/>
                  <a:pt x="1393428" y="5663089"/>
                </a:cubicBezTo>
                <a:cubicBezTo>
                  <a:pt x="1256690" y="5695788"/>
                  <a:pt x="1022920" y="5645702"/>
                  <a:pt x="812833" y="5663089"/>
                </a:cubicBezTo>
                <a:cubicBezTo>
                  <a:pt x="602747" y="5680476"/>
                  <a:pt x="653638" y="5658894"/>
                  <a:pt x="580595" y="5663089"/>
                </a:cubicBezTo>
                <a:cubicBezTo>
                  <a:pt x="507552" y="5667284"/>
                  <a:pt x="243252" y="5628278"/>
                  <a:pt x="0" y="5663089"/>
                </a:cubicBezTo>
                <a:cubicBezTo>
                  <a:pt x="-10251" y="5438468"/>
                  <a:pt x="64270" y="5337330"/>
                  <a:pt x="0" y="5096780"/>
                </a:cubicBezTo>
                <a:cubicBezTo>
                  <a:pt x="-64270" y="4856230"/>
                  <a:pt x="32261" y="4626740"/>
                  <a:pt x="0" y="4473840"/>
                </a:cubicBezTo>
                <a:cubicBezTo>
                  <a:pt x="-32261" y="4320940"/>
                  <a:pt x="15014" y="4066117"/>
                  <a:pt x="0" y="3850901"/>
                </a:cubicBezTo>
                <a:cubicBezTo>
                  <a:pt x="-15014" y="3635685"/>
                  <a:pt x="43407" y="3579857"/>
                  <a:pt x="0" y="3397853"/>
                </a:cubicBezTo>
                <a:cubicBezTo>
                  <a:pt x="-43407" y="3215849"/>
                  <a:pt x="77079" y="3000914"/>
                  <a:pt x="0" y="2718283"/>
                </a:cubicBezTo>
                <a:cubicBezTo>
                  <a:pt x="-77079" y="2435652"/>
                  <a:pt x="18308" y="2410193"/>
                  <a:pt x="0" y="2151974"/>
                </a:cubicBezTo>
                <a:cubicBezTo>
                  <a:pt x="-18308" y="1893755"/>
                  <a:pt x="19562" y="1911042"/>
                  <a:pt x="0" y="1755558"/>
                </a:cubicBezTo>
                <a:cubicBezTo>
                  <a:pt x="-19562" y="1600074"/>
                  <a:pt x="61234" y="1325550"/>
                  <a:pt x="0" y="1189249"/>
                </a:cubicBezTo>
                <a:cubicBezTo>
                  <a:pt x="-61234" y="1052948"/>
                  <a:pt x="6231" y="878028"/>
                  <a:pt x="0" y="679571"/>
                </a:cubicBezTo>
                <a:cubicBezTo>
                  <a:pt x="-6231" y="481114"/>
                  <a:pt x="27713" y="31117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400" dirty="0">
                <a:latin typeface="Liberation Serif"/>
              </a:rPr>
              <a:t>You are to design and implement a </a:t>
            </a:r>
            <a:r>
              <a:rPr lang="en-US" sz="2400" dirty="0">
                <a:latin typeface="Liberation Serif"/>
              </a:rPr>
              <a:t>template </a:t>
            </a:r>
            <a:r>
              <a:rPr lang="tr-TR" sz="2400" dirty="0">
                <a:latin typeface="Liberation Serif"/>
              </a:rPr>
              <a:t>container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DictionayLarge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&lt;T1, T2&gt;</a:t>
            </a:r>
            <a:r>
              <a:rPr lang="en-US" sz="2400" dirty="0">
                <a:latin typeface="Liberation Serif"/>
              </a:rPr>
              <a:t> for large dictionary sizes. </a:t>
            </a:r>
            <a:endParaRPr lang="tr-TR" sz="2400" dirty="0">
              <a:latin typeface="Liberation Serif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erif"/>
              </a:rPr>
              <a:t>T1 is the key type while T2 is the value type.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erif"/>
              </a:rPr>
              <a:t>This dictionary </a:t>
            </a:r>
            <a:r>
              <a:rPr lang="tr-TR" sz="2400" dirty="0">
                <a:latin typeface="Liberation Serif"/>
              </a:rPr>
              <a:t>stores the non-frequently used </a:t>
            </a:r>
            <a:r>
              <a:rPr lang="en-US" sz="2400" dirty="0">
                <a:latin typeface="Liberation Serif"/>
              </a:rPr>
              <a:t>key-value pairs </a:t>
            </a:r>
            <a:r>
              <a:rPr lang="tr-TR" sz="2400" dirty="0">
                <a:latin typeface="Liberation Serif"/>
              </a:rPr>
              <a:t>in a file on disk when the maximum amount of RAM </a:t>
            </a:r>
            <a:r>
              <a:rPr lang="en-US" sz="2400" dirty="0">
                <a:latin typeface="Liberation Serif"/>
              </a:rPr>
              <a:t>used </a:t>
            </a:r>
            <a:r>
              <a:rPr lang="tr-TR" sz="2400" dirty="0">
                <a:latin typeface="Liberation Serif"/>
              </a:rPr>
              <a:t>is reached.</a:t>
            </a:r>
            <a:r>
              <a:rPr lang="en-US" sz="2400" dirty="0">
                <a:latin typeface="Liberation Serif"/>
              </a:rPr>
              <a:t> The limit and the storage file name are parameterized at the construction of the container. </a:t>
            </a:r>
            <a:r>
              <a:rPr lang="tr-TR" sz="2400" dirty="0">
                <a:latin typeface="Liberation Serif"/>
              </a:rPr>
              <a:t> </a:t>
            </a:r>
            <a:endParaRPr lang="en-US" sz="2400" dirty="0">
              <a:latin typeface="Liberation Serif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sz="2400" dirty="0">
                <a:latin typeface="Liberation Serif"/>
              </a:rPr>
              <a:t>When a maximum amount of disk usage is reached, the container throws a new exception derived from bad allocation exception in std. </a:t>
            </a:r>
            <a:r>
              <a:rPr lang="en-US" sz="2400" dirty="0">
                <a:latin typeface="Liberation Serif"/>
              </a:rPr>
              <a:t>The limit is also parameterized at the construction of the container.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erif"/>
              </a:rPr>
              <a:t>The frequency of access is decided based on the key. If one key is accessed 10 times while another key is accessed 1 time, the latter should be stored on disk when memory usage is over.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erif"/>
              </a:rPr>
              <a:t>You need to use proper OOP concepts including the rule of five. </a:t>
            </a:r>
            <a:endParaRPr lang="tr-TR" sz="2400" dirty="0">
              <a:latin typeface="Liberation Serif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EC95D-E42B-D185-7760-2D1A00486D5D}"/>
              </a:ext>
            </a:extLst>
          </p:cNvPr>
          <p:cNvSpPr txBox="1"/>
          <p:nvPr/>
        </p:nvSpPr>
        <p:spPr>
          <a:xfrm>
            <a:off x="10290688" y="93899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35 minutes…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7" ma:contentTypeDescription="Yeni belge oluşturun." ma:contentTypeScope="" ma:versionID="467dee040249efe7af0f2735273a16cf">
  <xsd:schema xmlns:xsd="http://www.w3.org/2001/XMLSchema" xmlns:xs="http://www.w3.org/2001/XMLSchema" xmlns:p="http://schemas.microsoft.com/office/2006/metadata/properties" xmlns:ns2="8e2b7dea-49f8-4593-82c4-e63f6b2d9815" targetNamespace="http://schemas.microsoft.com/office/2006/metadata/properties" ma:root="true" ma:fieldsID="39e7aded8f025ea46db85e2afd4cb3aa" ns2:_="">
    <xsd:import namespace="8e2b7dea-49f8-4593-82c4-e63f6b2d9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b7dea-49f8-4593-82c4-e63f6b2d9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852C2E-FFEC-4191-86F7-D0A761A6B8BF}"/>
</file>

<file path=customXml/itemProps2.xml><?xml version="1.0" encoding="utf-8"?>
<ds:datastoreItem xmlns:ds="http://schemas.openxmlformats.org/officeDocument/2006/customXml" ds:itemID="{6A908BB9-05C4-48C0-80B2-F0B7FF4BE6F5}"/>
</file>

<file path=customXml/itemProps3.xml><?xml version="1.0" encoding="utf-8"?>
<ds:datastoreItem xmlns:ds="http://schemas.openxmlformats.org/officeDocument/2006/customXml" ds:itemID="{5F8D8361-07BD-42DB-97A9-913FD357E7E6}"/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171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Genc</cp:lastModifiedBy>
  <cp:revision>118</cp:revision>
  <dcterms:created xsi:type="dcterms:W3CDTF">2025-10-01T11:57:46Z</dcterms:created>
  <dcterms:modified xsi:type="dcterms:W3CDTF">2025-12-25T08:17:24Z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