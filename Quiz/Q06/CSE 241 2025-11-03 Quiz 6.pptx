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194" autoAdjust="0"/>
  </p:normalViewPr>
  <p:slideViewPr>
    <p:cSldViewPr snapToGrid="0">
      <p:cViewPr varScale="1">
        <p:scale>
          <a:sx n="94" d="100"/>
          <a:sy n="94" d="100"/>
        </p:scale>
        <p:origin x="25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Quiz #6</a:t>
            </a:r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7076661" y="1079963"/>
            <a:ext cx="4948512" cy="4616648"/>
          </a:xfrm>
          <a:custGeom>
            <a:avLst/>
            <a:gdLst>
              <a:gd name="connsiteX0" fmla="*/ 0 w 4948512"/>
              <a:gd name="connsiteY0" fmla="*/ 0 h 4616648"/>
              <a:gd name="connsiteX1" fmla="*/ 500350 w 4948512"/>
              <a:gd name="connsiteY1" fmla="*/ 0 h 4616648"/>
              <a:gd name="connsiteX2" fmla="*/ 901729 w 4948512"/>
              <a:gd name="connsiteY2" fmla="*/ 0 h 4616648"/>
              <a:gd name="connsiteX3" fmla="*/ 1550534 w 4948512"/>
              <a:gd name="connsiteY3" fmla="*/ 0 h 4616648"/>
              <a:gd name="connsiteX4" fmla="*/ 2050883 w 4948512"/>
              <a:gd name="connsiteY4" fmla="*/ 0 h 4616648"/>
              <a:gd name="connsiteX5" fmla="*/ 2551233 w 4948512"/>
              <a:gd name="connsiteY5" fmla="*/ 0 h 4616648"/>
              <a:gd name="connsiteX6" fmla="*/ 3200038 w 4948512"/>
              <a:gd name="connsiteY6" fmla="*/ 0 h 4616648"/>
              <a:gd name="connsiteX7" fmla="*/ 3650902 w 4948512"/>
              <a:gd name="connsiteY7" fmla="*/ 0 h 4616648"/>
              <a:gd name="connsiteX8" fmla="*/ 4299707 w 4948512"/>
              <a:gd name="connsiteY8" fmla="*/ 0 h 4616648"/>
              <a:gd name="connsiteX9" fmla="*/ 4948512 w 4948512"/>
              <a:gd name="connsiteY9" fmla="*/ 0 h 4616648"/>
              <a:gd name="connsiteX10" fmla="*/ 4948512 w 4948512"/>
              <a:gd name="connsiteY10" fmla="*/ 577081 h 4616648"/>
              <a:gd name="connsiteX11" fmla="*/ 4948512 w 4948512"/>
              <a:gd name="connsiteY11" fmla="*/ 1154162 h 4616648"/>
              <a:gd name="connsiteX12" fmla="*/ 4948512 w 4948512"/>
              <a:gd name="connsiteY12" fmla="*/ 1777409 h 4616648"/>
              <a:gd name="connsiteX13" fmla="*/ 4948512 w 4948512"/>
              <a:gd name="connsiteY13" fmla="*/ 2215991 h 4616648"/>
              <a:gd name="connsiteX14" fmla="*/ 4948512 w 4948512"/>
              <a:gd name="connsiteY14" fmla="*/ 2793072 h 4616648"/>
              <a:gd name="connsiteX15" fmla="*/ 4948512 w 4948512"/>
              <a:gd name="connsiteY15" fmla="*/ 3370153 h 4616648"/>
              <a:gd name="connsiteX16" fmla="*/ 4948512 w 4948512"/>
              <a:gd name="connsiteY16" fmla="*/ 3947234 h 4616648"/>
              <a:gd name="connsiteX17" fmla="*/ 4948512 w 4948512"/>
              <a:gd name="connsiteY17" fmla="*/ 4616648 h 4616648"/>
              <a:gd name="connsiteX18" fmla="*/ 4349192 w 4948512"/>
              <a:gd name="connsiteY18" fmla="*/ 4616648 h 4616648"/>
              <a:gd name="connsiteX19" fmla="*/ 3947813 w 4948512"/>
              <a:gd name="connsiteY19" fmla="*/ 4616648 h 4616648"/>
              <a:gd name="connsiteX20" fmla="*/ 3496948 w 4948512"/>
              <a:gd name="connsiteY20" fmla="*/ 4616648 h 4616648"/>
              <a:gd name="connsiteX21" fmla="*/ 2848144 w 4948512"/>
              <a:gd name="connsiteY21" fmla="*/ 4616648 h 4616648"/>
              <a:gd name="connsiteX22" fmla="*/ 2298309 w 4948512"/>
              <a:gd name="connsiteY22" fmla="*/ 4616648 h 4616648"/>
              <a:gd name="connsiteX23" fmla="*/ 1847444 w 4948512"/>
              <a:gd name="connsiteY23" fmla="*/ 4616648 h 4616648"/>
              <a:gd name="connsiteX24" fmla="*/ 1297610 w 4948512"/>
              <a:gd name="connsiteY24" fmla="*/ 4616648 h 4616648"/>
              <a:gd name="connsiteX25" fmla="*/ 896231 w 4948512"/>
              <a:gd name="connsiteY25" fmla="*/ 4616648 h 4616648"/>
              <a:gd name="connsiteX26" fmla="*/ 494851 w 4948512"/>
              <a:gd name="connsiteY26" fmla="*/ 4616648 h 4616648"/>
              <a:gd name="connsiteX27" fmla="*/ 0 w 4948512"/>
              <a:gd name="connsiteY27" fmla="*/ 4616648 h 4616648"/>
              <a:gd name="connsiteX28" fmla="*/ 0 w 4948512"/>
              <a:gd name="connsiteY28" fmla="*/ 4131900 h 4616648"/>
              <a:gd name="connsiteX29" fmla="*/ 0 w 4948512"/>
              <a:gd name="connsiteY29" fmla="*/ 3462486 h 4616648"/>
              <a:gd name="connsiteX30" fmla="*/ 0 w 4948512"/>
              <a:gd name="connsiteY30" fmla="*/ 2931571 h 4616648"/>
              <a:gd name="connsiteX31" fmla="*/ 0 w 4948512"/>
              <a:gd name="connsiteY31" fmla="*/ 2492990 h 4616648"/>
              <a:gd name="connsiteX32" fmla="*/ 0 w 4948512"/>
              <a:gd name="connsiteY32" fmla="*/ 1869742 h 4616648"/>
              <a:gd name="connsiteX33" fmla="*/ 0 w 4948512"/>
              <a:gd name="connsiteY33" fmla="*/ 1384994 h 4616648"/>
              <a:gd name="connsiteX34" fmla="*/ 0 w 4948512"/>
              <a:gd name="connsiteY34" fmla="*/ 761747 h 4616648"/>
              <a:gd name="connsiteX35" fmla="*/ 0 w 4948512"/>
              <a:gd name="connsiteY35" fmla="*/ 0 h 461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948512" h="4616648" extrusionOk="0">
                <a:moveTo>
                  <a:pt x="0" y="0"/>
                </a:moveTo>
                <a:cubicBezTo>
                  <a:pt x="167643" y="-25315"/>
                  <a:pt x="303401" y="48035"/>
                  <a:pt x="500350" y="0"/>
                </a:cubicBezTo>
                <a:cubicBezTo>
                  <a:pt x="697299" y="-48035"/>
                  <a:pt x="821442" y="813"/>
                  <a:pt x="901729" y="0"/>
                </a:cubicBezTo>
                <a:cubicBezTo>
                  <a:pt x="982016" y="-813"/>
                  <a:pt x="1272912" y="23378"/>
                  <a:pt x="1550534" y="0"/>
                </a:cubicBezTo>
                <a:cubicBezTo>
                  <a:pt x="1828157" y="-23378"/>
                  <a:pt x="1872795" y="2358"/>
                  <a:pt x="2050883" y="0"/>
                </a:cubicBezTo>
                <a:cubicBezTo>
                  <a:pt x="2228971" y="-2358"/>
                  <a:pt x="2357354" y="23155"/>
                  <a:pt x="2551233" y="0"/>
                </a:cubicBezTo>
                <a:cubicBezTo>
                  <a:pt x="2745112" y="-23155"/>
                  <a:pt x="3041441" y="69174"/>
                  <a:pt x="3200038" y="0"/>
                </a:cubicBezTo>
                <a:cubicBezTo>
                  <a:pt x="3358635" y="-69174"/>
                  <a:pt x="3495741" y="53422"/>
                  <a:pt x="3650902" y="0"/>
                </a:cubicBezTo>
                <a:cubicBezTo>
                  <a:pt x="3806063" y="-53422"/>
                  <a:pt x="4161431" y="62776"/>
                  <a:pt x="4299707" y="0"/>
                </a:cubicBezTo>
                <a:cubicBezTo>
                  <a:pt x="4437983" y="-62776"/>
                  <a:pt x="4775640" y="62525"/>
                  <a:pt x="4948512" y="0"/>
                </a:cubicBezTo>
                <a:cubicBezTo>
                  <a:pt x="5002940" y="275623"/>
                  <a:pt x="4914324" y="433797"/>
                  <a:pt x="4948512" y="577081"/>
                </a:cubicBezTo>
                <a:cubicBezTo>
                  <a:pt x="4982700" y="720365"/>
                  <a:pt x="4913468" y="925832"/>
                  <a:pt x="4948512" y="1154162"/>
                </a:cubicBezTo>
                <a:cubicBezTo>
                  <a:pt x="4983556" y="1382492"/>
                  <a:pt x="4908455" y="1630805"/>
                  <a:pt x="4948512" y="1777409"/>
                </a:cubicBezTo>
                <a:cubicBezTo>
                  <a:pt x="4988569" y="1924013"/>
                  <a:pt x="4944713" y="2058257"/>
                  <a:pt x="4948512" y="2215991"/>
                </a:cubicBezTo>
                <a:cubicBezTo>
                  <a:pt x="4952311" y="2373725"/>
                  <a:pt x="4890535" y="2669559"/>
                  <a:pt x="4948512" y="2793072"/>
                </a:cubicBezTo>
                <a:cubicBezTo>
                  <a:pt x="5006489" y="2916585"/>
                  <a:pt x="4881223" y="3242229"/>
                  <a:pt x="4948512" y="3370153"/>
                </a:cubicBezTo>
                <a:cubicBezTo>
                  <a:pt x="5015801" y="3498077"/>
                  <a:pt x="4936263" y="3735947"/>
                  <a:pt x="4948512" y="3947234"/>
                </a:cubicBezTo>
                <a:cubicBezTo>
                  <a:pt x="4960761" y="4158521"/>
                  <a:pt x="4929767" y="4331990"/>
                  <a:pt x="4948512" y="4616648"/>
                </a:cubicBezTo>
                <a:cubicBezTo>
                  <a:pt x="4700973" y="4636341"/>
                  <a:pt x="4478497" y="4550472"/>
                  <a:pt x="4349192" y="4616648"/>
                </a:cubicBezTo>
                <a:cubicBezTo>
                  <a:pt x="4219887" y="4682824"/>
                  <a:pt x="4029764" y="4583440"/>
                  <a:pt x="3947813" y="4616648"/>
                </a:cubicBezTo>
                <a:cubicBezTo>
                  <a:pt x="3865862" y="4649856"/>
                  <a:pt x="3685144" y="4612743"/>
                  <a:pt x="3496948" y="4616648"/>
                </a:cubicBezTo>
                <a:cubicBezTo>
                  <a:pt x="3308752" y="4620553"/>
                  <a:pt x="3153120" y="4615001"/>
                  <a:pt x="2848144" y="4616648"/>
                </a:cubicBezTo>
                <a:cubicBezTo>
                  <a:pt x="2543168" y="4618295"/>
                  <a:pt x="2545097" y="4591978"/>
                  <a:pt x="2298309" y="4616648"/>
                </a:cubicBezTo>
                <a:cubicBezTo>
                  <a:pt x="2051522" y="4641318"/>
                  <a:pt x="2050079" y="4576256"/>
                  <a:pt x="1847444" y="4616648"/>
                </a:cubicBezTo>
                <a:cubicBezTo>
                  <a:pt x="1644809" y="4657040"/>
                  <a:pt x="1476233" y="4563267"/>
                  <a:pt x="1297610" y="4616648"/>
                </a:cubicBezTo>
                <a:cubicBezTo>
                  <a:pt x="1118987" y="4670029"/>
                  <a:pt x="1079263" y="4594125"/>
                  <a:pt x="896231" y="4616648"/>
                </a:cubicBezTo>
                <a:cubicBezTo>
                  <a:pt x="713199" y="4639171"/>
                  <a:pt x="664562" y="4580047"/>
                  <a:pt x="494851" y="4616648"/>
                </a:cubicBezTo>
                <a:cubicBezTo>
                  <a:pt x="325140" y="4653249"/>
                  <a:pt x="194473" y="4560965"/>
                  <a:pt x="0" y="4616648"/>
                </a:cubicBezTo>
                <a:cubicBezTo>
                  <a:pt x="-53440" y="4418611"/>
                  <a:pt x="30466" y="4321291"/>
                  <a:pt x="0" y="4131900"/>
                </a:cubicBezTo>
                <a:cubicBezTo>
                  <a:pt x="-30466" y="3942509"/>
                  <a:pt x="24151" y="3668569"/>
                  <a:pt x="0" y="3462486"/>
                </a:cubicBezTo>
                <a:cubicBezTo>
                  <a:pt x="-24151" y="3256403"/>
                  <a:pt x="31631" y="3118726"/>
                  <a:pt x="0" y="2931571"/>
                </a:cubicBezTo>
                <a:cubicBezTo>
                  <a:pt x="-31631" y="2744417"/>
                  <a:pt x="25887" y="2638280"/>
                  <a:pt x="0" y="2492990"/>
                </a:cubicBezTo>
                <a:cubicBezTo>
                  <a:pt x="-25887" y="2347700"/>
                  <a:pt x="24708" y="2093426"/>
                  <a:pt x="0" y="1869742"/>
                </a:cubicBezTo>
                <a:cubicBezTo>
                  <a:pt x="-24708" y="1646058"/>
                  <a:pt x="44916" y="1554474"/>
                  <a:pt x="0" y="1384994"/>
                </a:cubicBezTo>
                <a:cubicBezTo>
                  <a:pt x="-44916" y="1215514"/>
                  <a:pt x="49139" y="978382"/>
                  <a:pt x="0" y="761747"/>
                </a:cubicBezTo>
                <a:cubicBezTo>
                  <a:pt x="-49139" y="545112"/>
                  <a:pt x="1191" y="375432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20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Study the driver code given on the right.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 1: </a:t>
            </a:r>
            <a:r>
              <a:rPr lang="en-US" sz="2000" dirty="0">
                <a:effectLst/>
                <a:latin typeface="Liberation Serif"/>
                <a:ea typeface="DejaVu Sans"/>
                <a:cs typeface="DejaVu Sans"/>
              </a:rPr>
              <a:t>Write the class definition for classes Money, USD, and YTL. The last two are derived from Money. Make sure that print is defined only in class Money.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effectLst/>
                <a:latin typeface="Liberation Serif"/>
                <a:ea typeface="DejaVu Sans"/>
                <a:cs typeface="DejaVu Sans"/>
              </a:rPr>
              <a:t>Do not implement any functions on this page. Show everything that needs to go into </a:t>
            </a:r>
            <a:r>
              <a:rPr lang="en-US" sz="2000" dirty="0" err="1">
                <a:effectLst/>
                <a:latin typeface="Liberation Serif"/>
                <a:ea typeface="DejaVu Sans"/>
                <a:cs typeface="DejaVu Sans"/>
              </a:rPr>
              <a:t>money.h</a:t>
            </a:r>
            <a:r>
              <a:rPr lang="en-US" sz="2000" dirty="0">
                <a:latin typeface="Liberation Serif"/>
                <a:ea typeface="DejaVu Sans"/>
                <a:cs typeface="DejaVu Sans"/>
              </a:rPr>
              <a:t>.</a:t>
            </a:r>
            <a:endParaRPr lang="en-US" sz="2000" dirty="0">
              <a:effectLst/>
              <a:latin typeface="Liberation Serif"/>
              <a:ea typeface="DejaVu Sans"/>
              <a:cs typeface="DejaVu Sans"/>
            </a:endParaRPr>
          </a:p>
          <a:p>
            <a:endParaRPr lang="en-US" sz="1400" dirty="0">
              <a:latin typeface="Liberation Serif"/>
              <a:ea typeface="DejaVu Sans"/>
              <a:cs typeface="DejaVu Sans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 2: </a:t>
            </a:r>
            <a:r>
              <a:rPr lang="en-US" sz="2000" dirty="0">
                <a:latin typeface="Liberation Serif"/>
                <a:ea typeface="DejaVu Sans"/>
                <a:cs typeface="DejaVu Sans"/>
              </a:rPr>
              <a:t> Implement all the functions of all the classes you defined</a:t>
            </a:r>
            <a:r>
              <a:rPr lang="tr-TR" sz="2000" dirty="0">
                <a:latin typeface="Liberation Serif"/>
                <a:ea typeface="DejaVu Sans"/>
                <a:cs typeface="DejaVu Sans"/>
              </a:rPr>
              <a:t>.</a:t>
            </a:r>
            <a:endParaRPr lang="en-US" sz="2000" dirty="0">
              <a:latin typeface="Liberation Serif"/>
              <a:ea typeface="DejaVu Sans"/>
              <a:cs typeface="DejaVu Sans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Liberation Serif"/>
                <a:ea typeface="DejaVu Sans"/>
                <a:cs typeface="DejaVu Sans"/>
              </a:rPr>
              <a:t>Show everything that needs to go in money.cpp.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04146-BAC6-6D73-DD25-D508C4BD5590}"/>
              </a:ext>
            </a:extLst>
          </p:cNvPr>
          <p:cNvSpPr txBox="1"/>
          <p:nvPr/>
        </p:nvSpPr>
        <p:spPr>
          <a:xfrm>
            <a:off x="360230" y="459540"/>
            <a:ext cx="6547465" cy="6032421"/>
          </a:xfrm>
          <a:custGeom>
            <a:avLst/>
            <a:gdLst>
              <a:gd name="connsiteX0" fmla="*/ 0 w 6547465"/>
              <a:gd name="connsiteY0" fmla="*/ 0 h 6032421"/>
              <a:gd name="connsiteX1" fmla="*/ 720221 w 6547465"/>
              <a:gd name="connsiteY1" fmla="*/ 0 h 6032421"/>
              <a:gd name="connsiteX2" fmla="*/ 1178544 w 6547465"/>
              <a:gd name="connsiteY2" fmla="*/ 0 h 6032421"/>
              <a:gd name="connsiteX3" fmla="*/ 1767816 w 6547465"/>
              <a:gd name="connsiteY3" fmla="*/ 0 h 6032421"/>
              <a:gd name="connsiteX4" fmla="*/ 2226138 w 6547465"/>
              <a:gd name="connsiteY4" fmla="*/ 0 h 6032421"/>
              <a:gd name="connsiteX5" fmla="*/ 3011834 w 6547465"/>
              <a:gd name="connsiteY5" fmla="*/ 0 h 6032421"/>
              <a:gd name="connsiteX6" fmla="*/ 3470156 w 6547465"/>
              <a:gd name="connsiteY6" fmla="*/ 0 h 6032421"/>
              <a:gd name="connsiteX7" fmla="*/ 3993954 w 6547465"/>
              <a:gd name="connsiteY7" fmla="*/ 0 h 6032421"/>
              <a:gd name="connsiteX8" fmla="*/ 4517751 w 6547465"/>
              <a:gd name="connsiteY8" fmla="*/ 0 h 6032421"/>
              <a:gd name="connsiteX9" fmla="*/ 5237972 w 6547465"/>
              <a:gd name="connsiteY9" fmla="*/ 0 h 6032421"/>
              <a:gd name="connsiteX10" fmla="*/ 5892718 w 6547465"/>
              <a:gd name="connsiteY10" fmla="*/ 0 h 6032421"/>
              <a:gd name="connsiteX11" fmla="*/ 6547465 w 6547465"/>
              <a:gd name="connsiteY11" fmla="*/ 0 h 6032421"/>
              <a:gd name="connsiteX12" fmla="*/ 6547465 w 6547465"/>
              <a:gd name="connsiteY12" fmla="*/ 549621 h 6032421"/>
              <a:gd name="connsiteX13" fmla="*/ 6547465 w 6547465"/>
              <a:gd name="connsiteY13" fmla="*/ 1099241 h 6032421"/>
              <a:gd name="connsiteX14" fmla="*/ 6547465 w 6547465"/>
              <a:gd name="connsiteY14" fmla="*/ 1588538 h 6032421"/>
              <a:gd name="connsiteX15" fmla="*/ 6547465 w 6547465"/>
              <a:gd name="connsiteY15" fmla="*/ 2198482 h 6032421"/>
              <a:gd name="connsiteX16" fmla="*/ 6547465 w 6547465"/>
              <a:gd name="connsiteY16" fmla="*/ 2808427 h 6032421"/>
              <a:gd name="connsiteX17" fmla="*/ 6547465 w 6547465"/>
              <a:gd name="connsiteY17" fmla="*/ 3358048 h 6032421"/>
              <a:gd name="connsiteX18" fmla="*/ 6547465 w 6547465"/>
              <a:gd name="connsiteY18" fmla="*/ 4148965 h 6032421"/>
              <a:gd name="connsiteX19" fmla="*/ 6547465 w 6547465"/>
              <a:gd name="connsiteY19" fmla="*/ 4819234 h 6032421"/>
              <a:gd name="connsiteX20" fmla="*/ 6547465 w 6547465"/>
              <a:gd name="connsiteY20" fmla="*/ 6032421 h 6032421"/>
              <a:gd name="connsiteX21" fmla="*/ 6089142 w 6547465"/>
              <a:gd name="connsiteY21" fmla="*/ 6032421 h 6032421"/>
              <a:gd name="connsiteX22" fmla="*/ 5630820 w 6547465"/>
              <a:gd name="connsiteY22" fmla="*/ 6032421 h 6032421"/>
              <a:gd name="connsiteX23" fmla="*/ 4910599 w 6547465"/>
              <a:gd name="connsiteY23" fmla="*/ 6032421 h 6032421"/>
              <a:gd name="connsiteX24" fmla="*/ 4190378 w 6547465"/>
              <a:gd name="connsiteY24" fmla="*/ 6032421 h 6032421"/>
              <a:gd name="connsiteX25" fmla="*/ 3601106 w 6547465"/>
              <a:gd name="connsiteY25" fmla="*/ 6032421 h 6032421"/>
              <a:gd name="connsiteX26" fmla="*/ 3142783 w 6547465"/>
              <a:gd name="connsiteY26" fmla="*/ 6032421 h 6032421"/>
              <a:gd name="connsiteX27" fmla="*/ 2684461 w 6547465"/>
              <a:gd name="connsiteY27" fmla="*/ 6032421 h 6032421"/>
              <a:gd name="connsiteX28" fmla="*/ 1898765 w 6547465"/>
              <a:gd name="connsiteY28" fmla="*/ 6032421 h 6032421"/>
              <a:gd name="connsiteX29" fmla="*/ 1113069 w 6547465"/>
              <a:gd name="connsiteY29" fmla="*/ 6032421 h 6032421"/>
              <a:gd name="connsiteX30" fmla="*/ 0 w 6547465"/>
              <a:gd name="connsiteY30" fmla="*/ 6032421 h 6032421"/>
              <a:gd name="connsiteX31" fmla="*/ 0 w 6547465"/>
              <a:gd name="connsiteY31" fmla="*/ 5422476 h 6032421"/>
              <a:gd name="connsiteX32" fmla="*/ 0 w 6547465"/>
              <a:gd name="connsiteY32" fmla="*/ 4752207 h 6032421"/>
              <a:gd name="connsiteX33" fmla="*/ 0 w 6547465"/>
              <a:gd name="connsiteY33" fmla="*/ 4081938 h 6032421"/>
              <a:gd name="connsiteX34" fmla="*/ 0 w 6547465"/>
              <a:gd name="connsiteY34" fmla="*/ 3532318 h 6032421"/>
              <a:gd name="connsiteX35" fmla="*/ 0 w 6547465"/>
              <a:gd name="connsiteY35" fmla="*/ 2801724 h 6032421"/>
              <a:gd name="connsiteX36" fmla="*/ 0 w 6547465"/>
              <a:gd name="connsiteY36" fmla="*/ 2131455 h 6032421"/>
              <a:gd name="connsiteX37" fmla="*/ 0 w 6547465"/>
              <a:gd name="connsiteY37" fmla="*/ 1461186 h 6032421"/>
              <a:gd name="connsiteX38" fmla="*/ 0 w 6547465"/>
              <a:gd name="connsiteY38" fmla="*/ 851242 h 6032421"/>
              <a:gd name="connsiteX39" fmla="*/ 0 w 6547465"/>
              <a:gd name="connsiteY39" fmla="*/ 0 h 6032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547465" h="6032421" extrusionOk="0">
                <a:moveTo>
                  <a:pt x="0" y="0"/>
                </a:moveTo>
                <a:cubicBezTo>
                  <a:pt x="354054" y="-15841"/>
                  <a:pt x="457146" y="-11578"/>
                  <a:pt x="720221" y="0"/>
                </a:cubicBezTo>
                <a:cubicBezTo>
                  <a:pt x="983296" y="11578"/>
                  <a:pt x="974701" y="-13105"/>
                  <a:pt x="1178544" y="0"/>
                </a:cubicBezTo>
                <a:cubicBezTo>
                  <a:pt x="1382387" y="13105"/>
                  <a:pt x="1561153" y="2927"/>
                  <a:pt x="1767816" y="0"/>
                </a:cubicBezTo>
                <a:cubicBezTo>
                  <a:pt x="1974479" y="-2927"/>
                  <a:pt x="2106095" y="12854"/>
                  <a:pt x="2226138" y="0"/>
                </a:cubicBezTo>
                <a:cubicBezTo>
                  <a:pt x="2346181" y="-12854"/>
                  <a:pt x="2663119" y="-8573"/>
                  <a:pt x="3011834" y="0"/>
                </a:cubicBezTo>
                <a:cubicBezTo>
                  <a:pt x="3360549" y="8573"/>
                  <a:pt x="3306508" y="14701"/>
                  <a:pt x="3470156" y="0"/>
                </a:cubicBezTo>
                <a:cubicBezTo>
                  <a:pt x="3633804" y="-14701"/>
                  <a:pt x="3767897" y="14536"/>
                  <a:pt x="3993954" y="0"/>
                </a:cubicBezTo>
                <a:cubicBezTo>
                  <a:pt x="4220011" y="-14536"/>
                  <a:pt x="4356715" y="4979"/>
                  <a:pt x="4517751" y="0"/>
                </a:cubicBezTo>
                <a:cubicBezTo>
                  <a:pt x="4678787" y="-4979"/>
                  <a:pt x="4885900" y="30860"/>
                  <a:pt x="5237972" y="0"/>
                </a:cubicBezTo>
                <a:cubicBezTo>
                  <a:pt x="5590044" y="-30860"/>
                  <a:pt x="5742443" y="-20855"/>
                  <a:pt x="5892718" y="0"/>
                </a:cubicBezTo>
                <a:cubicBezTo>
                  <a:pt x="6042993" y="20855"/>
                  <a:pt x="6359459" y="-9222"/>
                  <a:pt x="6547465" y="0"/>
                </a:cubicBezTo>
                <a:cubicBezTo>
                  <a:pt x="6564788" y="139401"/>
                  <a:pt x="6550763" y="315729"/>
                  <a:pt x="6547465" y="549621"/>
                </a:cubicBezTo>
                <a:cubicBezTo>
                  <a:pt x="6544167" y="783513"/>
                  <a:pt x="6531764" y="944870"/>
                  <a:pt x="6547465" y="1099241"/>
                </a:cubicBezTo>
                <a:cubicBezTo>
                  <a:pt x="6563166" y="1253612"/>
                  <a:pt x="6528339" y="1375300"/>
                  <a:pt x="6547465" y="1588538"/>
                </a:cubicBezTo>
                <a:cubicBezTo>
                  <a:pt x="6566591" y="1801776"/>
                  <a:pt x="6543376" y="2033153"/>
                  <a:pt x="6547465" y="2198482"/>
                </a:cubicBezTo>
                <a:cubicBezTo>
                  <a:pt x="6551554" y="2363811"/>
                  <a:pt x="6537085" y="2530616"/>
                  <a:pt x="6547465" y="2808427"/>
                </a:cubicBezTo>
                <a:cubicBezTo>
                  <a:pt x="6557845" y="3086239"/>
                  <a:pt x="6539271" y="3135160"/>
                  <a:pt x="6547465" y="3358048"/>
                </a:cubicBezTo>
                <a:cubicBezTo>
                  <a:pt x="6555659" y="3580936"/>
                  <a:pt x="6549907" y="3895399"/>
                  <a:pt x="6547465" y="4148965"/>
                </a:cubicBezTo>
                <a:cubicBezTo>
                  <a:pt x="6545023" y="4402531"/>
                  <a:pt x="6516223" y="4494491"/>
                  <a:pt x="6547465" y="4819234"/>
                </a:cubicBezTo>
                <a:cubicBezTo>
                  <a:pt x="6578707" y="5143977"/>
                  <a:pt x="6553561" y="5541449"/>
                  <a:pt x="6547465" y="6032421"/>
                </a:cubicBezTo>
                <a:cubicBezTo>
                  <a:pt x="6404359" y="6015963"/>
                  <a:pt x="6232991" y="6015953"/>
                  <a:pt x="6089142" y="6032421"/>
                </a:cubicBezTo>
                <a:cubicBezTo>
                  <a:pt x="5945293" y="6048889"/>
                  <a:pt x="5749479" y="6054950"/>
                  <a:pt x="5630820" y="6032421"/>
                </a:cubicBezTo>
                <a:cubicBezTo>
                  <a:pt x="5512161" y="6009892"/>
                  <a:pt x="5063406" y="6044469"/>
                  <a:pt x="4910599" y="6032421"/>
                </a:cubicBezTo>
                <a:cubicBezTo>
                  <a:pt x="4757792" y="6020373"/>
                  <a:pt x="4402344" y="6021528"/>
                  <a:pt x="4190378" y="6032421"/>
                </a:cubicBezTo>
                <a:cubicBezTo>
                  <a:pt x="3978412" y="6043314"/>
                  <a:pt x="3842125" y="6045878"/>
                  <a:pt x="3601106" y="6032421"/>
                </a:cubicBezTo>
                <a:cubicBezTo>
                  <a:pt x="3360087" y="6018964"/>
                  <a:pt x="3304578" y="6045370"/>
                  <a:pt x="3142783" y="6032421"/>
                </a:cubicBezTo>
                <a:cubicBezTo>
                  <a:pt x="2980988" y="6019472"/>
                  <a:pt x="2880263" y="6016339"/>
                  <a:pt x="2684461" y="6032421"/>
                </a:cubicBezTo>
                <a:cubicBezTo>
                  <a:pt x="2488659" y="6048503"/>
                  <a:pt x="2274331" y="6048604"/>
                  <a:pt x="1898765" y="6032421"/>
                </a:cubicBezTo>
                <a:cubicBezTo>
                  <a:pt x="1523199" y="6016238"/>
                  <a:pt x="1444482" y="6021368"/>
                  <a:pt x="1113069" y="6032421"/>
                </a:cubicBezTo>
                <a:cubicBezTo>
                  <a:pt x="781656" y="6043474"/>
                  <a:pt x="387370" y="6028636"/>
                  <a:pt x="0" y="6032421"/>
                </a:cubicBezTo>
                <a:cubicBezTo>
                  <a:pt x="15374" y="5824206"/>
                  <a:pt x="-8532" y="5704376"/>
                  <a:pt x="0" y="5422476"/>
                </a:cubicBezTo>
                <a:cubicBezTo>
                  <a:pt x="8532" y="5140577"/>
                  <a:pt x="-9446" y="5031579"/>
                  <a:pt x="0" y="4752207"/>
                </a:cubicBezTo>
                <a:cubicBezTo>
                  <a:pt x="9446" y="4472835"/>
                  <a:pt x="22268" y="4397671"/>
                  <a:pt x="0" y="4081938"/>
                </a:cubicBezTo>
                <a:cubicBezTo>
                  <a:pt x="-22268" y="3766205"/>
                  <a:pt x="-13158" y="3806393"/>
                  <a:pt x="0" y="3532318"/>
                </a:cubicBezTo>
                <a:cubicBezTo>
                  <a:pt x="13158" y="3258243"/>
                  <a:pt x="-25415" y="3071479"/>
                  <a:pt x="0" y="2801724"/>
                </a:cubicBezTo>
                <a:cubicBezTo>
                  <a:pt x="25415" y="2531969"/>
                  <a:pt x="-25012" y="2419235"/>
                  <a:pt x="0" y="2131455"/>
                </a:cubicBezTo>
                <a:cubicBezTo>
                  <a:pt x="25012" y="1843675"/>
                  <a:pt x="32383" y="1743792"/>
                  <a:pt x="0" y="1461186"/>
                </a:cubicBezTo>
                <a:cubicBezTo>
                  <a:pt x="-32383" y="1178580"/>
                  <a:pt x="-19567" y="992114"/>
                  <a:pt x="0" y="851242"/>
                </a:cubicBezTo>
                <a:cubicBezTo>
                  <a:pt x="19567" y="710370"/>
                  <a:pt x="32461" y="34259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0661595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#include &lt;iostream&gt;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#include “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money.h</a:t>
            </a:r>
            <a:r>
              <a:rPr lang="en-US" b="0" dirty="0">
                <a:effectLst/>
                <a:latin typeface="Consolas" panose="020B0609020204030204" pitchFamily="49" charset="0"/>
              </a:rPr>
              <a:t>"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using namespace std;</a:t>
            </a:r>
          </a:p>
          <a:p>
            <a:pPr>
              <a:buNone/>
            </a:pP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int main() {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mp</a:t>
            </a:r>
            <a:r>
              <a:rPr lang="en-US" b="0" dirty="0"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a pointer to money</a:t>
            </a:r>
            <a:endParaRPr lang="en-US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USD</a:t>
            </a:r>
            <a:r>
              <a:rPr lang="en-US" dirty="0">
                <a:latin typeface="Consolas" panose="020B0609020204030204" pitchFamily="49" charset="0"/>
              </a:rPr>
              <a:t> d1(2,50);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2$ and 50cents.</a:t>
            </a:r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YTL t1</a:t>
            </a:r>
            <a:r>
              <a:rPr lang="en-US" dirty="0">
                <a:latin typeface="Consolas" panose="020B0609020204030204" pitchFamily="49" charset="0"/>
              </a:rPr>
              <a:t>(5,60);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5 liras and 60 kurus.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mp</a:t>
            </a:r>
            <a:r>
              <a:rPr lang="en-US" dirty="0">
                <a:latin typeface="Consolas" panose="020B0609020204030204" pitchFamily="49" charset="0"/>
              </a:rPr>
              <a:t> = &amp;d1;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mp.print</a:t>
            </a:r>
            <a:r>
              <a:rPr lang="en-US" dirty="0">
                <a:latin typeface="Consolas" panose="020B0609020204030204" pitchFamily="49" charset="0"/>
              </a:rPr>
              <a:t>();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writes USD2.50 to screen</a:t>
            </a:r>
            <a:endParaRPr lang="en-US" dirty="0"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mp</a:t>
            </a:r>
            <a:r>
              <a:rPr lang="en-US" dirty="0">
                <a:latin typeface="Consolas" panose="020B0609020204030204" pitchFamily="49" charset="0"/>
              </a:rPr>
              <a:t> = &amp;t1;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mp.print</a:t>
            </a:r>
            <a:r>
              <a:rPr lang="en-US" dirty="0">
                <a:latin typeface="Consolas" panose="020B0609020204030204" pitchFamily="49" charset="0"/>
              </a:rPr>
              <a:t>();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writes TL5.60 to screen</a:t>
            </a:r>
          </a:p>
          <a:p>
            <a:pPr>
              <a:buNone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t1 = t1.add(d1, 40.0);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converts d1 to TL with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     // rates 38.0 and adds to t1. </a:t>
            </a:r>
          </a:p>
          <a:p>
            <a:pPr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mp.print</a:t>
            </a:r>
            <a:r>
              <a:rPr lang="en-US" dirty="0">
                <a:latin typeface="Consolas" panose="020B0609020204030204" pitchFamily="49" charset="0"/>
              </a:rPr>
              <a:t>();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writes TL105.60 to screen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0" dirty="0">
                <a:effectLst/>
                <a:latin typeface="Consolas" panose="020B0609020204030204" pitchFamily="49" charset="0"/>
              </a:rPr>
              <a:t>return 0;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0" ma:contentTypeDescription="Yeni belge oluşturun." ma:contentTypeScope="" ma:versionID="f24eb5264a216acb6eaa23edf950d86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b3976cc54e553a713b593afa41ee61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A0E127-FE1E-4823-821E-D5BFA0ADBC62}"/>
</file>

<file path=customXml/itemProps2.xml><?xml version="1.0" encoding="utf-8"?>
<ds:datastoreItem xmlns:ds="http://schemas.openxmlformats.org/officeDocument/2006/customXml" ds:itemID="{47B35043-A89A-4066-88D2-2BFBCD90E8C1}"/>
</file>

<file path=customXml/itemProps3.xml><?xml version="1.0" encoding="utf-8"?>
<ds:datastoreItem xmlns:ds="http://schemas.openxmlformats.org/officeDocument/2006/customXml" ds:itemID="{1866C555-8263-4E7B-AFC5-39B6EC2EC7B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Liberation Serif</vt:lpstr>
      <vt:lpstr>Times New Roman</vt:lpstr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lastModifiedBy>Yakup GENÇ</cp:lastModifiedBy>
  <cp:revision>64</cp:revision>
  <dcterms:created xsi:type="dcterms:W3CDTF">2025-10-01T11:57:46Z</dcterms:created>
  <dcterms:modified xsi:type="dcterms:W3CDTF">2025-11-06T09:22:40Z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