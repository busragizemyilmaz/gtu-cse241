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194" autoAdjust="0"/>
  </p:normalViewPr>
  <p:slideViewPr>
    <p:cSldViewPr snapToGrid="0">
      <p:cViewPr varScale="1">
        <p:scale>
          <a:sx n="97" d="100"/>
          <a:sy n="97" d="100"/>
        </p:scale>
        <p:origin x="201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057F1-6E39-5558-04ED-48C2FDAD7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076D5-611C-F097-DFF1-EED58A47A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14D27-F131-4AEC-BD66-F095E5331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291D5-8CC7-60F4-A925-953F4ACC1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18DB9-6FD9-B8AD-6F12-DB2B878A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9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51AEC-61F0-AE80-EE84-5F774C820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64F12-A7DB-24A6-AC8A-F580C0B23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EA3A0-C38F-6096-2A19-AF98DF57A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3A734-7C57-FFB2-3244-A6EB12FC6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193A0-AF7A-6E9B-224F-5B1390233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20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CDF31-8823-DCED-27DB-34019D706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A7B61-40EB-2343-AF16-15ECDBB15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072BE-6BB4-6DEF-5191-9A09530BB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2EED8-0CBF-6211-B5DB-D705B1A07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1AE30-19E3-0B32-6C4E-84643B813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14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73283-2BF9-B368-8F6E-F7E41845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F11AD-591C-B5D8-32CD-0F8311F5F7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471AB8-889B-A0CF-D468-E47CF157C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64F57-3321-E4F6-B962-3E503C28A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FB78D-7295-957D-0A09-CFB3E179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A4BA6-1D21-1AFF-17E0-FB152E0E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99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1CA04-C786-F038-776E-A6E6BDBF3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2CEB3-8EA6-0C5B-30DD-B69271689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83AF03-BAB2-8B6C-4E0D-217614AE6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69779B-0906-DCC1-0478-780F4704D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2F6A81-288D-837D-6DEC-B0EACD506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A7903-0A6D-7347-C9AA-3BED10DD9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0EA6F6-D203-B907-C956-57A5B4E79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D966C8-54D3-2E2B-9CE6-054EE0891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62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F595B-77B0-BA30-4B4B-F8E90B1B3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D2BB1F-9990-5368-662E-BE4263870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022F03-16AB-0E6D-FB26-4B9FB94E7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6D932-8916-C824-D6A1-65D6423D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3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F61858-F700-C63E-46D7-0C465F7E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1E7157-9A8D-A2EE-95C2-A65B59BEB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685D7-03DE-A1DC-B965-A8F65A7D9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1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3A3D-CFBB-F644-5397-F31190FDE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9A710-A00B-DB71-B361-EC0D70151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A10A8-BCEE-CBE3-1F18-D3C7DEF62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5EA6F-3A6C-D19F-63EB-7E8F2F694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67186-1AD7-68EC-659E-CAE3744A6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865A4-0A9A-865B-32C9-86527B955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36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FC664-3CA0-E7FA-9006-AC53E6E5E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EC3D6F-0ED9-F669-70B4-75A40CD89D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D8F17-EA93-0AD5-FD4C-B2369DF19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059C0-1455-7196-D678-02E9A5A41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75A474-CB62-48A1-CF77-E35D894DF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FD8E1-E50D-73E8-FF93-5EA56976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0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B5AC4-53F6-2897-0852-03656AF95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1BAB6F-E95A-118E-28C8-2A96A5117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B8C39-5F3E-1705-871B-FF194D1CC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EA283-CF15-90F2-6580-CFD86895B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E5116-E697-41A8-FC7B-75DECB588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87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14E61B-FD89-FB9D-DC30-063CF60CDF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08BD9-ACB0-7F02-E87A-9F8C1F974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4A0B6-C1E0-DB9C-7206-725A9B81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214A5-9EE7-15A2-6F8A-0E4AF394F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A9AC4-9003-FE0F-0966-26888A5F3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55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C0AD93-53ED-1F55-B504-8E2D39530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EABDA-14FB-EF0C-9E7A-19EC7F995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DD458-6C2C-E3A3-C6BE-C806086D73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EB10A2-3592-400F-A153-24A818005E1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D72D9-269A-96D2-9704-E5F9A2BF3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6B0DC-31A1-17DA-CF86-7ED9E89502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8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C65FB-561E-9D73-1C3A-1EF6AC2DA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CSE 241 OOP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D045C-061E-9E15-683A-AA17FD1AB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  <a:p>
            <a:r>
              <a:rPr lang="en-US" dirty="0"/>
              <a:t>Quiz #9</a:t>
            </a:r>
          </a:p>
        </p:txBody>
      </p:sp>
    </p:spTree>
    <p:extLst>
      <p:ext uri="{BB962C8B-B14F-4D97-AF65-F5344CB8AC3E}">
        <p14:creationId xmlns:p14="http://schemas.microsoft.com/office/powerpoint/2010/main" val="181220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29E19DF-C479-8A49-FF43-AFBD6B00BF5E}"/>
              </a:ext>
            </a:extLst>
          </p:cNvPr>
          <p:cNvSpPr txBox="1"/>
          <p:nvPr/>
        </p:nvSpPr>
        <p:spPr>
          <a:xfrm>
            <a:off x="796413" y="872987"/>
            <a:ext cx="10849897" cy="4708981"/>
          </a:xfrm>
          <a:custGeom>
            <a:avLst/>
            <a:gdLst>
              <a:gd name="connsiteX0" fmla="*/ 0 w 10849897"/>
              <a:gd name="connsiteY0" fmla="*/ 0 h 4708981"/>
              <a:gd name="connsiteX1" fmla="*/ 462548 w 10849897"/>
              <a:gd name="connsiteY1" fmla="*/ 0 h 4708981"/>
              <a:gd name="connsiteX2" fmla="*/ 708099 w 10849897"/>
              <a:gd name="connsiteY2" fmla="*/ 0 h 4708981"/>
              <a:gd name="connsiteX3" fmla="*/ 1496144 w 10849897"/>
              <a:gd name="connsiteY3" fmla="*/ 0 h 4708981"/>
              <a:gd name="connsiteX4" fmla="*/ 1958692 w 10849897"/>
              <a:gd name="connsiteY4" fmla="*/ 0 h 4708981"/>
              <a:gd name="connsiteX5" fmla="*/ 2421240 w 10849897"/>
              <a:gd name="connsiteY5" fmla="*/ 0 h 4708981"/>
              <a:gd name="connsiteX6" fmla="*/ 3209285 w 10849897"/>
              <a:gd name="connsiteY6" fmla="*/ 0 h 4708981"/>
              <a:gd name="connsiteX7" fmla="*/ 3563335 w 10849897"/>
              <a:gd name="connsiteY7" fmla="*/ 0 h 4708981"/>
              <a:gd name="connsiteX8" fmla="*/ 4351380 w 10849897"/>
              <a:gd name="connsiteY8" fmla="*/ 0 h 4708981"/>
              <a:gd name="connsiteX9" fmla="*/ 5139425 w 10849897"/>
              <a:gd name="connsiteY9" fmla="*/ 0 h 4708981"/>
              <a:gd name="connsiteX10" fmla="*/ 5710472 w 10849897"/>
              <a:gd name="connsiteY10" fmla="*/ 0 h 4708981"/>
              <a:gd name="connsiteX11" fmla="*/ 6498517 w 10849897"/>
              <a:gd name="connsiteY11" fmla="*/ 0 h 4708981"/>
              <a:gd name="connsiteX12" fmla="*/ 6961065 w 10849897"/>
              <a:gd name="connsiteY12" fmla="*/ 0 h 4708981"/>
              <a:gd name="connsiteX13" fmla="*/ 7423614 w 10849897"/>
              <a:gd name="connsiteY13" fmla="*/ 0 h 4708981"/>
              <a:gd name="connsiteX14" fmla="*/ 8103160 w 10849897"/>
              <a:gd name="connsiteY14" fmla="*/ 0 h 4708981"/>
              <a:gd name="connsiteX15" fmla="*/ 8565708 w 10849897"/>
              <a:gd name="connsiteY15" fmla="*/ 0 h 4708981"/>
              <a:gd name="connsiteX16" fmla="*/ 9353753 w 10849897"/>
              <a:gd name="connsiteY16" fmla="*/ 0 h 4708981"/>
              <a:gd name="connsiteX17" fmla="*/ 10141798 w 10849897"/>
              <a:gd name="connsiteY17" fmla="*/ 0 h 4708981"/>
              <a:gd name="connsiteX18" fmla="*/ 10849897 w 10849897"/>
              <a:gd name="connsiteY18" fmla="*/ 0 h 4708981"/>
              <a:gd name="connsiteX19" fmla="*/ 10849897 w 10849897"/>
              <a:gd name="connsiteY19" fmla="*/ 541533 h 4708981"/>
              <a:gd name="connsiteX20" fmla="*/ 10849897 w 10849897"/>
              <a:gd name="connsiteY20" fmla="*/ 988886 h 4708981"/>
              <a:gd name="connsiteX21" fmla="*/ 10849897 w 10849897"/>
              <a:gd name="connsiteY21" fmla="*/ 1483329 h 4708981"/>
              <a:gd name="connsiteX22" fmla="*/ 10849897 w 10849897"/>
              <a:gd name="connsiteY22" fmla="*/ 2119041 h 4708981"/>
              <a:gd name="connsiteX23" fmla="*/ 10849897 w 10849897"/>
              <a:gd name="connsiteY23" fmla="*/ 2660574 h 4708981"/>
              <a:gd name="connsiteX24" fmla="*/ 10849897 w 10849897"/>
              <a:gd name="connsiteY24" fmla="*/ 3155017 h 4708981"/>
              <a:gd name="connsiteX25" fmla="*/ 10849897 w 10849897"/>
              <a:gd name="connsiteY25" fmla="*/ 3790730 h 4708981"/>
              <a:gd name="connsiteX26" fmla="*/ 10849897 w 10849897"/>
              <a:gd name="connsiteY26" fmla="*/ 4708981 h 4708981"/>
              <a:gd name="connsiteX27" fmla="*/ 10278850 w 10849897"/>
              <a:gd name="connsiteY27" fmla="*/ 4708981 h 4708981"/>
              <a:gd name="connsiteX28" fmla="*/ 9924801 w 10849897"/>
              <a:gd name="connsiteY28" fmla="*/ 4708981 h 4708981"/>
              <a:gd name="connsiteX29" fmla="*/ 9245254 w 10849897"/>
              <a:gd name="connsiteY29" fmla="*/ 4708981 h 4708981"/>
              <a:gd name="connsiteX30" fmla="*/ 8891205 w 10849897"/>
              <a:gd name="connsiteY30" fmla="*/ 4708981 h 4708981"/>
              <a:gd name="connsiteX31" fmla="*/ 8211659 w 10849897"/>
              <a:gd name="connsiteY31" fmla="*/ 4708981 h 4708981"/>
              <a:gd name="connsiteX32" fmla="*/ 7966109 w 10849897"/>
              <a:gd name="connsiteY32" fmla="*/ 4708981 h 4708981"/>
              <a:gd name="connsiteX33" fmla="*/ 7286562 w 10849897"/>
              <a:gd name="connsiteY33" fmla="*/ 4708981 h 4708981"/>
              <a:gd name="connsiteX34" fmla="*/ 6932513 w 10849897"/>
              <a:gd name="connsiteY34" fmla="*/ 4708981 h 4708981"/>
              <a:gd name="connsiteX35" fmla="*/ 6686963 w 10849897"/>
              <a:gd name="connsiteY35" fmla="*/ 4708981 h 4708981"/>
              <a:gd name="connsiteX36" fmla="*/ 6332914 w 10849897"/>
              <a:gd name="connsiteY36" fmla="*/ 4708981 h 4708981"/>
              <a:gd name="connsiteX37" fmla="*/ 5653367 w 10849897"/>
              <a:gd name="connsiteY37" fmla="*/ 4708981 h 4708981"/>
              <a:gd name="connsiteX38" fmla="*/ 5299318 w 10849897"/>
              <a:gd name="connsiteY38" fmla="*/ 4708981 h 4708981"/>
              <a:gd name="connsiteX39" fmla="*/ 5053768 w 10849897"/>
              <a:gd name="connsiteY39" fmla="*/ 4708981 h 4708981"/>
              <a:gd name="connsiteX40" fmla="*/ 4699719 w 10849897"/>
              <a:gd name="connsiteY40" fmla="*/ 4708981 h 4708981"/>
              <a:gd name="connsiteX41" fmla="*/ 4237170 w 10849897"/>
              <a:gd name="connsiteY41" fmla="*/ 4708981 h 4708981"/>
              <a:gd name="connsiteX42" fmla="*/ 3666123 w 10849897"/>
              <a:gd name="connsiteY42" fmla="*/ 4708981 h 4708981"/>
              <a:gd name="connsiteX43" fmla="*/ 3312074 w 10849897"/>
              <a:gd name="connsiteY43" fmla="*/ 4708981 h 4708981"/>
              <a:gd name="connsiteX44" fmla="*/ 2524029 w 10849897"/>
              <a:gd name="connsiteY44" fmla="*/ 4708981 h 4708981"/>
              <a:gd name="connsiteX45" fmla="*/ 1952981 w 10849897"/>
              <a:gd name="connsiteY45" fmla="*/ 4708981 h 4708981"/>
              <a:gd name="connsiteX46" fmla="*/ 1164936 w 10849897"/>
              <a:gd name="connsiteY46" fmla="*/ 4708981 h 4708981"/>
              <a:gd name="connsiteX47" fmla="*/ 485390 w 10849897"/>
              <a:gd name="connsiteY47" fmla="*/ 4708981 h 4708981"/>
              <a:gd name="connsiteX48" fmla="*/ 0 w 10849897"/>
              <a:gd name="connsiteY48" fmla="*/ 4708981 h 4708981"/>
              <a:gd name="connsiteX49" fmla="*/ 0 w 10849897"/>
              <a:gd name="connsiteY49" fmla="*/ 4073269 h 4708981"/>
              <a:gd name="connsiteX50" fmla="*/ 0 w 10849897"/>
              <a:gd name="connsiteY50" fmla="*/ 3437556 h 4708981"/>
              <a:gd name="connsiteX51" fmla="*/ 0 w 10849897"/>
              <a:gd name="connsiteY51" fmla="*/ 2848934 h 4708981"/>
              <a:gd name="connsiteX52" fmla="*/ 0 w 10849897"/>
              <a:gd name="connsiteY52" fmla="*/ 2166131 h 4708981"/>
              <a:gd name="connsiteX53" fmla="*/ 0 w 10849897"/>
              <a:gd name="connsiteY53" fmla="*/ 1483329 h 4708981"/>
              <a:gd name="connsiteX54" fmla="*/ 0 w 10849897"/>
              <a:gd name="connsiteY54" fmla="*/ 847617 h 4708981"/>
              <a:gd name="connsiteX55" fmla="*/ 0 w 10849897"/>
              <a:gd name="connsiteY55" fmla="*/ 0 h 470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0849897" h="4708981" extrusionOk="0">
                <a:moveTo>
                  <a:pt x="0" y="0"/>
                </a:moveTo>
                <a:cubicBezTo>
                  <a:pt x="201443" y="-26282"/>
                  <a:pt x="295191" y="43762"/>
                  <a:pt x="462548" y="0"/>
                </a:cubicBezTo>
                <a:cubicBezTo>
                  <a:pt x="629905" y="-43762"/>
                  <a:pt x="648132" y="27896"/>
                  <a:pt x="708099" y="0"/>
                </a:cubicBezTo>
                <a:cubicBezTo>
                  <a:pt x="768066" y="-27896"/>
                  <a:pt x="1270049" y="62561"/>
                  <a:pt x="1496144" y="0"/>
                </a:cubicBezTo>
                <a:cubicBezTo>
                  <a:pt x="1722240" y="-62561"/>
                  <a:pt x="1743591" y="32707"/>
                  <a:pt x="1958692" y="0"/>
                </a:cubicBezTo>
                <a:cubicBezTo>
                  <a:pt x="2173793" y="-32707"/>
                  <a:pt x="2254142" y="38976"/>
                  <a:pt x="2421240" y="0"/>
                </a:cubicBezTo>
                <a:cubicBezTo>
                  <a:pt x="2588338" y="-38976"/>
                  <a:pt x="2906693" y="94103"/>
                  <a:pt x="3209285" y="0"/>
                </a:cubicBezTo>
                <a:cubicBezTo>
                  <a:pt x="3511878" y="-94103"/>
                  <a:pt x="3424879" y="42285"/>
                  <a:pt x="3563335" y="0"/>
                </a:cubicBezTo>
                <a:cubicBezTo>
                  <a:pt x="3701791" y="-42285"/>
                  <a:pt x="3959486" y="19463"/>
                  <a:pt x="4351380" y="0"/>
                </a:cubicBezTo>
                <a:cubicBezTo>
                  <a:pt x="4743274" y="-19463"/>
                  <a:pt x="4880670" y="31841"/>
                  <a:pt x="5139425" y="0"/>
                </a:cubicBezTo>
                <a:cubicBezTo>
                  <a:pt x="5398181" y="-31841"/>
                  <a:pt x="5582020" y="25251"/>
                  <a:pt x="5710472" y="0"/>
                </a:cubicBezTo>
                <a:cubicBezTo>
                  <a:pt x="5838924" y="-25251"/>
                  <a:pt x="6301584" y="35195"/>
                  <a:pt x="6498517" y="0"/>
                </a:cubicBezTo>
                <a:cubicBezTo>
                  <a:pt x="6695450" y="-35195"/>
                  <a:pt x="6832635" y="19961"/>
                  <a:pt x="6961065" y="0"/>
                </a:cubicBezTo>
                <a:cubicBezTo>
                  <a:pt x="7089495" y="-19961"/>
                  <a:pt x="7258473" y="8585"/>
                  <a:pt x="7423614" y="0"/>
                </a:cubicBezTo>
                <a:cubicBezTo>
                  <a:pt x="7588755" y="-8585"/>
                  <a:pt x="7951004" y="22752"/>
                  <a:pt x="8103160" y="0"/>
                </a:cubicBezTo>
                <a:cubicBezTo>
                  <a:pt x="8255316" y="-22752"/>
                  <a:pt x="8343102" y="34411"/>
                  <a:pt x="8565708" y="0"/>
                </a:cubicBezTo>
                <a:cubicBezTo>
                  <a:pt x="8788314" y="-34411"/>
                  <a:pt x="9126525" y="57184"/>
                  <a:pt x="9353753" y="0"/>
                </a:cubicBezTo>
                <a:cubicBezTo>
                  <a:pt x="9580981" y="-57184"/>
                  <a:pt x="9926198" y="22353"/>
                  <a:pt x="10141798" y="0"/>
                </a:cubicBezTo>
                <a:cubicBezTo>
                  <a:pt x="10357399" y="-22353"/>
                  <a:pt x="10682948" y="56723"/>
                  <a:pt x="10849897" y="0"/>
                </a:cubicBezTo>
                <a:cubicBezTo>
                  <a:pt x="10901853" y="237406"/>
                  <a:pt x="10817311" y="411549"/>
                  <a:pt x="10849897" y="541533"/>
                </a:cubicBezTo>
                <a:cubicBezTo>
                  <a:pt x="10882483" y="671517"/>
                  <a:pt x="10832337" y="874827"/>
                  <a:pt x="10849897" y="988886"/>
                </a:cubicBezTo>
                <a:cubicBezTo>
                  <a:pt x="10867457" y="1102945"/>
                  <a:pt x="10799993" y="1368092"/>
                  <a:pt x="10849897" y="1483329"/>
                </a:cubicBezTo>
                <a:cubicBezTo>
                  <a:pt x="10899801" y="1598566"/>
                  <a:pt x="10800132" y="1801776"/>
                  <a:pt x="10849897" y="2119041"/>
                </a:cubicBezTo>
                <a:cubicBezTo>
                  <a:pt x="10899662" y="2436306"/>
                  <a:pt x="10815336" y="2530319"/>
                  <a:pt x="10849897" y="2660574"/>
                </a:cubicBezTo>
                <a:cubicBezTo>
                  <a:pt x="10884458" y="2790829"/>
                  <a:pt x="10817167" y="2925899"/>
                  <a:pt x="10849897" y="3155017"/>
                </a:cubicBezTo>
                <a:cubicBezTo>
                  <a:pt x="10882627" y="3384135"/>
                  <a:pt x="10778519" y="3536097"/>
                  <a:pt x="10849897" y="3790730"/>
                </a:cubicBezTo>
                <a:cubicBezTo>
                  <a:pt x="10921275" y="4045363"/>
                  <a:pt x="10752787" y="4304864"/>
                  <a:pt x="10849897" y="4708981"/>
                </a:cubicBezTo>
                <a:cubicBezTo>
                  <a:pt x="10675078" y="4709343"/>
                  <a:pt x="10538583" y="4659762"/>
                  <a:pt x="10278850" y="4708981"/>
                </a:cubicBezTo>
                <a:cubicBezTo>
                  <a:pt x="10019117" y="4758200"/>
                  <a:pt x="10066371" y="4687185"/>
                  <a:pt x="9924801" y="4708981"/>
                </a:cubicBezTo>
                <a:cubicBezTo>
                  <a:pt x="9783231" y="4730777"/>
                  <a:pt x="9481760" y="4681354"/>
                  <a:pt x="9245254" y="4708981"/>
                </a:cubicBezTo>
                <a:cubicBezTo>
                  <a:pt x="9008748" y="4736608"/>
                  <a:pt x="9009367" y="4678179"/>
                  <a:pt x="8891205" y="4708981"/>
                </a:cubicBezTo>
                <a:cubicBezTo>
                  <a:pt x="8773043" y="4739783"/>
                  <a:pt x="8407127" y="4670377"/>
                  <a:pt x="8211659" y="4708981"/>
                </a:cubicBezTo>
                <a:cubicBezTo>
                  <a:pt x="8016191" y="4747585"/>
                  <a:pt x="8087785" y="4704483"/>
                  <a:pt x="7966109" y="4708981"/>
                </a:cubicBezTo>
                <a:cubicBezTo>
                  <a:pt x="7844433" y="4713479"/>
                  <a:pt x="7565418" y="4699364"/>
                  <a:pt x="7286562" y="4708981"/>
                </a:cubicBezTo>
                <a:cubicBezTo>
                  <a:pt x="7007706" y="4718598"/>
                  <a:pt x="7050154" y="4689803"/>
                  <a:pt x="6932513" y="4708981"/>
                </a:cubicBezTo>
                <a:cubicBezTo>
                  <a:pt x="6814872" y="4728159"/>
                  <a:pt x="6778961" y="4696004"/>
                  <a:pt x="6686963" y="4708981"/>
                </a:cubicBezTo>
                <a:cubicBezTo>
                  <a:pt x="6594965" y="4721958"/>
                  <a:pt x="6502917" y="4688813"/>
                  <a:pt x="6332914" y="4708981"/>
                </a:cubicBezTo>
                <a:cubicBezTo>
                  <a:pt x="6162911" y="4729149"/>
                  <a:pt x="5797932" y="4633527"/>
                  <a:pt x="5653367" y="4708981"/>
                </a:cubicBezTo>
                <a:cubicBezTo>
                  <a:pt x="5508802" y="4784435"/>
                  <a:pt x="5434101" y="4684394"/>
                  <a:pt x="5299318" y="4708981"/>
                </a:cubicBezTo>
                <a:cubicBezTo>
                  <a:pt x="5164535" y="4733568"/>
                  <a:pt x="5137318" y="4704037"/>
                  <a:pt x="5053768" y="4708981"/>
                </a:cubicBezTo>
                <a:cubicBezTo>
                  <a:pt x="4970218" y="4713925"/>
                  <a:pt x="4829389" y="4706109"/>
                  <a:pt x="4699719" y="4708981"/>
                </a:cubicBezTo>
                <a:cubicBezTo>
                  <a:pt x="4570049" y="4711853"/>
                  <a:pt x="4453029" y="4700385"/>
                  <a:pt x="4237170" y="4708981"/>
                </a:cubicBezTo>
                <a:cubicBezTo>
                  <a:pt x="4021311" y="4717577"/>
                  <a:pt x="3876873" y="4680777"/>
                  <a:pt x="3666123" y="4708981"/>
                </a:cubicBezTo>
                <a:cubicBezTo>
                  <a:pt x="3455373" y="4737185"/>
                  <a:pt x="3465877" y="4703334"/>
                  <a:pt x="3312074" y="4708981"/>
                </a:cubicBezTo>
                <a:cubicBezTo>
                  <a:pt x="3158271" y="4714628"/>
                  <a:pt x="2760959" y="4702252"/>
                  <a:pt x="2524029" y="4708981"/>
                </a:cubicBezTo>
                <a:cubicBezTo>
                  <a:pt x="2287099" y="4715710"/>
                  <a:pt x="2114594" y="4643347"/>
                  <a:pt x="1952981" y="4708981"/>
                </a:cubicBezTo>
                <a:cubicBezTo>
                  <a:pt x="1791368" y="4774615"/>
                  <a:pt x="1423507" y="4638593"/>
                  <a:pt x="1164936" y="4708981"/>
                </a:cubicBezTo>
                <a:cubicBezTo>
                  <a:pt x="906365" y="4779369"/>
                  <a:pt x="681091" y="4655927"/>
                  <a:pt x="485390" y="4708981"/>
                </a:cubicBezTo>
                <a:cubicBezTo>
                  <a:pt x="289689" y="4762035"/>
                  <a:pt x="239804" y="4685686"/>
                  <a:pt x="0" y="4708981"/>
                </a:cubicBezTo>
                <a:cubicBezTo>
                  <a:pt x="-24775" y="4439692"/>
                  <a:pt x="46184" y="4348633"/>
                  <a:pt x="0" y="4073269"/>
                </a:cubicBezTo>
                <a:cubicBezTo>
                  <a:pt x="-46184" y="3797905"/>
                  <a:pt x="47619" y="3712205"/>
                  <a:pt x="0" y="3437556"/>
                </a:cubicBezTo>
                <a:cubicBezTo>
                  <a:pt x="-47619" y="3162907"/>
                  <a:pt x="14528" y="3033933"/>
                  <a:pt x="0" y="2848934"/>
                </a:cubicBezTo>
                <a:cubicBezTo>
                  <a:pt x="-14528" y="2663935"/>
                  <a:pt x="77632" y="2335890"/>
                  <a:pt x="0" y="2166131"/>
                </a:cubicBezTo>
                <a:cubicBezTo>
                  <a:pt x="-77632" y="1996372"/>
                  <a:pt x="80866" y="1686050"/>
                  <a:pt x="0" y="1483329"/>
                </a:cubicBezTo>
                <a:cubicBezTo>
                  <a:pt x="-80866" y="1280608"/>
                  <a:pt x="61199" y="1143561"/>
                  <a:pt x="0" y="847617"/>
                </a:cubicBezTo>
                <a:cubicBezTo>
                  <a:pt x="-61199" y="551673"/>
                  <a:pt x="99895" y="169629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Liberation Serif"/>
              </a:rPr>
              <a:t>Design and implement C++ template class named </a:t>
            </a:r>
            <a:r>
              <a:rPr lang="en-US" kern="150" dirty="0">
                <a:solidFill>
                  <a:srgbClr val="0070C0"/>
                </a:solidFill>
                <a:latin typeface="Consolas" panose="020B0609020204030204" pitchFamily="49" charset="0"/>
              </a:rPr>
              <a:t>Set&lt;T&gt;</a:t>
            </a:r>
            <a:r>
              <a:rPr lang="en-US" sz="2000" dirty="0">
                <a:latin typeface="Liberation Serif"/>
              </a:rPr>
              <a:t> that: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Liberation Serif"/>
              </a:rPr>
              <a:t>Uses </a:t>
            </a:r>
            <a:r>
              <a:rPr lang="en-US" kern="150" dirty="0">
                <a:solidFill>
                  <a:srgbClr val="0070C0"/>
                </a:solidFill>
                <a:latin typeface="Consolas" panose="020B0609020204030204" pitchFamily="49" charset="0"/>
              </a:rPr>
              <a:t>std::vector </a:t>
            </a:r>
            <a:r>
              <a:rPr lang="en-US" sz="2000" dirty="0">
                <a:latin typeface="Liberation Serif"/>
              </a:rPr>
              <a:t>to manage dynamic storage.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Liberation Serif"/>
              </a:rPr>
              <a:t>Implements the functions: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50" dirty="0">
                <a:solidFill>
                  <a:srgbClr val="0070C0"/>
                </a:solidFill>
                <a:latin typeface="Consolas" panose="020B0609020204030204" pitchFamily="49" charset="0"/>
              </a:rPr>
              <a:t>add(T e) </a:t>
            </a:r>
            <a:r>
              <a:rPr lang="en-US" sz="2000" dirty="0">
                <a:latin typeface="Liberation Serif"/>
              </a:rPr>
              <a:t>to add elements to the set (ignoring duplicates).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50" dirty="0">
                <a:solidFill>
                  <a:srgbClr val="0070C0"/>
                </a:solidFill>
                <a:latin typeface="Consolas" panose="020B0609020204030204" pitchFamily="49" charset="0"/>
              </a:rPr>
              <a:t>remove(T e) </a:t>
            </a:r>
            <a:r>
              <a:rPr lang="en-US" sz="2000" dirty="0">
                <a:latin typeface="Liberation Serif"/>
              </a:rPr>
              <a:t>to remove a given element from the set.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50" dirty="0" err="1">
                <a:solidFill>
                  <a:srgbClr val="0070C0"/>
                </a:solidFill>
                <a:latin typeface="Consolas" panose="020B0609020204030204" pitchFamily="49" charset="0"/>
              </a:rPr>
              <a:t>ismember</a:t>
            </a:r>
            <a:r>
              <a:rPr lang="en-US" kern="150" dirty="0">
                <a:solidFill>
                  <a:srgbClr val="0070C0"/>
                </a:solidFill>
                <a:latin typeface="Consolas" panose="020B0609020204030204" pitchFamily="49" charset="0"/>
              </a:rPr>
              <a:t>(T e) </a:t>
            </a:r>
            <a:r>
              <a:rPr lang="en-US" sz="2000" dirty="0">
                <a:latin typeface="Liberation Serif"/>
              </a:rPr>
              <a:t>to check if a specific element exists in the set.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Liberation Serif"/>
              </a:rPr>
              <a:t>Assume that trying to remove an entry not in the set is an exceptional case. 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Liberation Serif"/>
              </a:rPr>
              <a:t>Let the remove function throw an exception with information including the value causing the exception. Implement the appropriate exception class.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Liberation Serif"/>
              </a:rPr>
              <a:t>Inline all functions. Do not forget about rule of three (make sure that you have a destructor, a copy constructor, and a copy assignment operator).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1EC95D-E42B-D185-7760-2D1A00486D5D}"/>
              </a:ext>
            </a:extLst>
          </p:cNvPr>
          <p:cNvSpPr txBox="1"/>
          <p:nvPr/>
        </p:nvSpPr>
        <p:spPr>
          <a:xfrm>
            <a:off x="266700" y="93899"/>
            <a:ext cx="173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kern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30 minutes…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264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98DA411F14FB3446BFBA932E3193AD5E" ma:contentTypeVersion="7" ma:contentTypeDescription="Yeni belge oluşturun." ma:contentTypeScope="" ma:versionID="467dee040249efe7af0f2735273a16cf">
  <xsd:schema xmlns:xsd="http://www.w3.org/2001/XMLSchema" xmlns:xs="http://www.w3.org/2001/XMLSchema" xmlns:p="http://schemas.microsoft.com/office/2006/metadata/properties" xmlns:ns2="8e2b7dea-49f8-4593-82c4-e63f6b2d9815" targetNamespace="http://schemas.microsoft.com/office/2006/metadata/properties" ma:root="true" ma:fieldsID="39e7aded8f025ea46db85e2afd4cb3aa" ns2:_="">
    <xsd:import namespace="8e2b7dea-49f8-4593-82c4-e63f6b2d98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2b7dea-49f8-4593-82c4-e63f6b2d98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62D90B8-C42E-4901-91A6-1BEA9FB1CB9A}"/>
</file>

<file path=customXml/itemProps2.xml><?xml version="1.0" encoding="utf-8"?>
<ds:datastoreItem xmlns:ds="http://schemas.openxmlformats.org/officeDocument/2006/customXml" ds:itemID="{7EBF4183-611C-4C43-AAD4-EA9FA26A9B8F}"/>
</file>

<file path=customXml/itemProps3.xml><?xml version="1.0" encoding="utf-8"?>
<ds:datastoreItem xmlns:ds="http://schemas.openxmlformats.org/officeDocument/2006/customXml" ds:itemID="{EF593426-46B4-48DD-BF3D-8C60EE97A4D3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Liberation Serif</vt:lpstr>
      <vt:lpstr>Aptos</vt:lpstr>
      <vt:lpstr>Aptos Display</vt:lpstr>
      <vt:lpstr>Arial</vt:lpstr>
      <vt:lpstr>Consolas</vt:lpstr>
      <vt:lpstr>Times New Roman</vt:lpstr>
      <vt:lpstr>Office Theme</vt:lpstr>
      <vt:lpstr>CSE 241 OOP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Yakup Genc</dc:creator>
  <cp:lastModifiedBy>Yakup GENÇ</cp:lastModifiedBy>
  <cp:revision>76</cp:revision>
  <dcterms:created xsi:type="dcterms:W3CDTF">2025-10-01T11:57:46Z</dcterms:created>
  <dcterms:modified xsi:type="dcterms:W3CDTF">2025-12-04T02:09:11Z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0x01010098DA411F14FB3446BFBA932E3193AD5E</vt:lpwstr>
  </property>
</Properties>
</file>