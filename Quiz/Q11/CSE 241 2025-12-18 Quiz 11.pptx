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194" autoAdjust="0"/>
  </p:normalViewPr>
  <p:slideViewPr>
    <p:cSldViewPr snapToGrid="0">
      <p:cViewPr>
        <p:scale>
          <a:sx n="97" d="100"/>
          <a:sy n="97" d="100"/>
        </p:scale>
        <p:origin x="20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Quiz #11</a:t>
            </a:r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9E19DF-C479-8A49-FF43-AFBD6B00BF5E}"/>
              </a:ext>
            </a:extLst>
          </p:cNvPr>
          <p:cNvSpPr txBox="1"/>
          <p:nvPr/>
        </p:nvSpPr>
        <p:spPr>
          <a:xfrm>
            <a:off x="250722" y="4818203"/>
            <a:ext cx="11611897" cy="1908215"/>
          </a:xfrm>
          <a:custGeom>
            <a:avLst/>
            <a:gdLst>
              <a:gd name="csX0" fmla="*/ 0 w 11611897"/>
              <a:gd name="csY0" fmla="*/ 0 h 1908215"/>
              <a:gd name="csX1" fmla="*/ 464476 w 11611897"/>
              <a:gd name="csY1" fmla="*/ 0 h 1908215"/>
              <a:gd name="csX2" fmla="*/ 696714 w 11611897"/>
              <a:gd name="csY2" fmla="*/ 0 h 1908215"/>
              <a:gd name="csX3" fmla="*/ 1509547 w 11611897"/>
              <a:gd name="csY3" fmla="*/ 0 h 1908215"/>
              <a:gd name="csX4" fmla="*/ 1974022 w 11611897"/>
              <a:gd name="csY4" fmla="*/ 0 h 1908215"/>
              <a:gd name="csX5" fmla="*/ 2438498 w 11611897"/>
              <a:gd name="csY5" fmla="*/ 0 h 1908215"/>
              <a:gd name="csX6" fmla="*/ 3251331 w 11611897"/>
              <a:gd name="csY6" fmla="*/ 0 h 1908215"/>
              <a:gd name="csX7" fmla="*/ 3599688 w 11611897"/>
              <a:gd name="csY7" fmla="*/ 0 h 1908215"/>
              <a:gd name="csX8" fmla="*/ 4412521 w 11611897"/>
              <a:gd name="csY8" fmla="*/ 0 h 1908215"/>
              <a:gd name="csX9" fmla="*/ 5225354 w 11611897"/>
              <a:gd name="csY9" fmla="*/ 0 h 1908215"/>
              <a:gd name="csX10" fmla="*/ 5805949 w 11611897"/>
              <a:gd name="csY10" fmla="*/ 0 h 1908215"/>
              <a:gd name="csX11" fmla="*/ 6618781 w 11611897"/>
              <a:gd name="csY11" fmla="*/ 0 h 1908215"/>
              <a:gd name="csX12" fmla="*/ 7083257 w 11611897"/>
              <a:gd name="csY12" fmla="*/ 0 h 1908215"/>
              <a:gd name="csX13" fmla="*/ 7547733 w 11611897"/>
              <a:gd name="csY13" fmla="*/ 0 h 1908215"/>
              <a:gd name="csX14" fmla="*/ 8244447 w 11611897"/>
              <a:gd name="csY14" fmla="*/ 0 h 1908215"/>
              <a:gd name="csX15" fmla="*/ 8708923 w 11611897"/>
              <a:gd name="csY15" fmla="*/ 0 h 1908215"/>
              <a:gd name="csX16" fmla="*/ 9521756 w 11611897"/>
              <a:gd name="csY16" fmla="*/ 0 h 1908215"/>
              <a:gd name="csX17" fmla="*/ 10334588 w 11611897"/>
              <a:gd name="csY17" fmla="*/ 0 h 1908215"/>
              <a:gd name="csX18" fmla="*/ 10915183 w 11611897"/>
              <a:gd name="csY18" fmla="*/ 0 h 1908215"/>
              <a:gd name="csX19" fmla="*/ 11611897 w 11611897"/>
              <a:gd name="csY19" fmla="*/ 0 h 1908215"/>
              <a:gd name="csX20" fmla="*/ 11611897 w 11611897"/>
              <a:gd name="csY20" fmla="*/ 419807 h 1908215"/>
              <a:gd name="csX21" fmla="*/ 11611897 w 11611897"/>
              <a:gd name="csY21" fmla="*/ 858697 h 1908215"/>
              <a:gd name="csX22" fmla="*/ 11611897 w 11611897"/>
              <a:gd name="csY22" fmla="*/ 1354833 h 1908215"/>
              <a:gd name="csX23" fmla="*/ 11611897 w 11611897"/>
              <a:gd name="csY23" fmla="*/ 1908215 h 1908215"/>
              <a:gd name="csX24" fmla="*/ 11263540 w 11611897"/>
              <a:gd name="csY24" fmla="*/ 1908215 h 1908215"/>
              <a:gd name="csX25" fmla="*/ 11031302 w 11611897"/>
              <a:gd name="csY25" fmla="*/ 1908215 h 1908215"/>
              <a:gd name="csX26" fmla="*/ 10799064 w 11611897"/>
              <a:gd name="csY26" fmla="*/ 1908215 h 1908215"/>
              <a:gd name="csX27" fmla="*/ 10218469 w 11611897"/>
              <a:gd name="csY27" fmla="*/ 1908215 h 1908215"/>
              <a:gd name="csX28" fmla="*/ 9870112 w 11611897"/>
              <a:gd name="csY28" fmla="*/ 1908215 h 1908215"/>
              <a:gd name="csX29" fmla="*/ 9173399 w 11611897"/>
              <a:gd name="csY29" fmla="*/ 1908215 h 1908215"/>
              <a:gd name="csX30" fmla="*/ 8825042 w 11611897"/>
              <a:gd name="csY30" fmla="*/ 1908215 h 1908215"/>
              <a:gd name="csX31" fmla="*/ 8128328 w 11611897"/>
              <a:gd name="csY31" fmla="*/ 1908215 h 1908215"/>
              <a:gd name="csX32" fmla="*/ 7896090 w 11611897"/>
              <a:gd name="csY32" fmla="*/ 1908215 h 1908215"/>
              <a:gd name="csX33" fmla="*/ 7199376 w 11611897"/>
              <a:gd name="csY33" fmla="*/ 1908215 h 1908215"/>
              <a:gd name="csX34" fmla="*/ 6851019 w 11611897"/>
              <a:gd name="csY34" fmla="*/ 1908215 h 1908215"/>
              <a:gd name="csX35" fmla="*/ 6618781 w 11611897"/>
              <a:gd name="csY35" fmla="*/ 1908215 h 1908215"/>
              <a:gd name="csX36" fmla="*/ 6270424 w 11611897"/>
              <a:gd name="csY36" fmla="*/ 1908215 h 1908215"/>
              <a:gd name="csX37" fmla="*/ 5573711 w 11611897"/>
              <a:gd name="csY37" fmla="*/ 1908215 h 1908215"/>
              <a:gd name="csX38" fmla="*/ 5225354 w 11611897"/>
              <a:gd name="csY38" fmla="*/ 1908215 h 1908215"/>
              <a:gd name="csX39" fmla="*/ 4993116 w 11611897"/>
              <a:gd name="csY39" fmla="*/ 1908215 h 1908215"/>
              <a:gd name="csX40" fmla="*/ 4644759 w 11611897"/>
              <a:gd name="csY40" fmla="*/ 1908215 h 1908215"/>
              <a:gd name="csX41" fmla="*/ 4180283 w 11611897"/>
              <a:gd name="csY41" fmla="*/ 1908215 h 1908215"/>
              <a:gd name="csX42" fmla="*/ 3599688 w 11611897"/>
              <a:gd name="csY42" fmla="*/ 1908215 h 1908215"/>
              <a:gd name="csX43" fmla="*/ 3251331 w 11611897"/>
              <a:gd name="csY43" fmla="*/ 1908215 h 1908215"/>
              <a:gd name="csX44" fmla="*/ 2438498 w 11611897"/>
              <a:gd name="csY44" fmla="*/ 1908215 h 1908215"/>
              <a:gd name="csX45" fmla="*/ 1857904 w 11611897"/>
              <a:gd name="csY45" fmla="*/ 1908215 h 1908215"/>
              <a:gd name="csX46" fmla="*/ 1045071 w 11611897"/>
              <a:gd name="csY46" fmla="*/ 1908215 h 1908215"/>
              <a:gd name="csX47" fmla="*/ 0 w 11611897"/>
              <a:gd name="csY47" fmla="*/ 1908215 h 1908215"/>
              <a:gd name="csX48" fmla="*/ 0 w 11611897"/>
              <a:gd name="csY48" fmla="*/ 1450243 h 1908215"/>
              <a:gd name="csX49" fmla="*/ 0 w 11611897"/>
              <a:gd name="csY49" fmla="*/ 992272 h 1908215"/>
              <a:gd name="csX50" fmla="*/ 0 w 11611897"/>
              <a:gd name="csY50" fmla="*/ 496136 h 1908215"/>
              <a:gd name="csX51" fmla="*/ 0 w 11611897"/>
              <a:gd name="csY51" fmla="*/ 0 h 1908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1611897" h="1908215" extrusionOk="0">
                <a:moveTo>
                  <a:pt x="0" y="0"/>
                </a:moveTo>
                <a:cubicBezTo>
                  <a:pt x="157155" y="-3818"/>
                  <a:pt x="239357" y="19526"/>
                  <a:pt x="464476" y="0"/>
                </a:cubicBezTo>
                <a:cubicBezTo>
                  <a:pt x="689595" y="-19526"/>
                  <a:pt x="624410" y="15218"/>
                  <a:pt x="696714" y="0"/>
                </a:cubicBezTo>
                <a:cubicBezTo>
                  <a:pt x="769018" y="-15218"/>
                  <a:pt x="1166431" y="82113"/>
                  <a:pt x="1509547" y="0"/>
                </a:cubicBezTo>
                <a:cubicBezTo>
                  <a:pt x="1852663" y="-82113"/>
                  <a:pt x="1768705" y="44046"/>
                  <a:pt x="1974022" y="0"/>
                </a:cubicBezTo>
                <a:cubicBezTo>
                  <a:pt x="2179339" y="-44046"/>
                  <a:pt x="2333070" y="28411"/>
                  <a:pt x="2438498" y="0"/>
                </a:cubicBezTo>
                <a:cubicBezTo>
                  <a:pt x="2543926" y="-28411"/>
                  <a:pt x="2921333" y="88372"/>
                  <a:pt x="3251331" y="0"/>
                </a:cubicBezTo>
                <a:cubicBezTo>
                  <a:pt x="3581329" y="-88372"/>
                  <a:pt x="3517702" y="23015"/>
                  <a:pt x="3599688" y="0"/>
                </a:cubicBezTo>
                <a:cubicBezTo>
                  <a:pt x="3681674" y="-23015"/>
                  <a:pt x="4102663" y="17966"/>
                  <a:pt x="4412521" y="0"/>
                </a:cubicBezTo>
                <a:cubicBezTo>
                  <a:pt x="4722379" y="-17966"/>
                  <a:pt x="5032728" y="80951"/>
                  <a:pt x="5225354" y="0"/>
                </a:cubicBezTo>
                <a:cubicBezTo>
                  <a:pt x="5417980" y="-80951"/>
                  <a:pt x="5566767" y="29305"/>
                  <a:pt x="5805949" y="0"/>
                </a:cubicBezTo>
                <a:cubicBezTo>
                  <a:pt x="6045131" y="-29305"/>
                  <a:pt x="6345649" y="56987"/>
                  <a:pt x="6618781" y="0"/>
                </a:cubicBezTo>
                <a:cubicBezTo>
                  <a:pt x="6891913" y="-56987"/>
                  <a:pt x="6963458" y="11459"/>
                  <a:pt x="7083257" y="0"/>
                </a:cubicBezTo>
                <a:cubicBezTo>
                  <a:pt x="7203056" y="-11459"/>
                  <a:pt x="7366947" y="16789"/>
                  <a:pt x="7547733" y="0"/>
                </a:cubicBezTo>
                <a:cubicBezTo>
                  <a:pt x="7728519" y="-16789"/>
                  <a:pt x="7910987" y="52986"/>
                  <a:pt x="8244447" y="0"/>
                </a:cubicBezTo>
                <a:cubicBezTo>
                  <a:pt x="8577907" y="-52986"/>
                  <a:pt x="8587983" y="48244"/>
                  <a:pt x="8708923" y="0"/>
                </a:cubicBezTo>
                <a:cubicBezTo>
                  <a:pt x="8829863" y="-48244"/>
                  <a:pt x="9137755" y="32403"/>
                  <a:pt x="9521756" y="0"/>
                </a:cubicBezTo>
                <a:cubicBezTo>
                  <a:pt x="9905757" y="-32403"/>
                  <a:pt x="10114272" y="46877"/>
                  <a:pt x="10334588" y="0"/>
                </a:cubicBezTo>
                <a:cubicBezTo>
                  <a:pt x="10554904" y="-46877"/>
                  <a:pt x="10794958" y="41634"/>
                  <a:pt x="10915183" y="0"/>
                </a:cubicBezTo>
                <a:cubicBezTo>
                  <a:pt x="11035409" y="-41634"/>
                  <a:pt x="11472395" y="2580"/>
                  <a:pt x="11611897" y="0"/>
                </a:cubicBezTo>
                <a:cubicBezTo>
                  <a:pt x="11637364" y="100605"/>
                  <a:pt x="11579612" y="216011"/>
                  <a:pt x="11611897" y="419807"/>
                </a:cubicBezTo>
                <a:cubicBezTo>
                  <a:pt x="11644182" y="623603"/>
                  <a:pt x="11604547" y="709715"/>
                  <a:pt x="11611897" y="858697"/>
                </a:cubicBezTo>
                <a:cubicBezTo>
                  <a:pt x="11619247" y="1007679"/>
                  <a:pt x="11599844" y="1155237"/>
                  <a:pt x="11611897" y="1354833"/>
                </a:cubicBezTo>
                <a:cubicBezTo>
                  <a:pt x="11623950" y="1554429"/>
                  <a:pt x="11593921" y="1668838"/>
                  <a:pt x="11611897" y="1908215"/>
                </a:cubicBezTo>
                <a:cubicBezTo>
                  <a:pt x="11484917" y="1916031"/>
                  <a:pt x="11385963" y="1888332"/>
                  <a:pt x="11263540" y="1908215"/>
                </a:cubicBezTo>
                <a:cubicBezTo>
                  <a:pt x="11141117" y="1928098"/>
                  <a:pt x="11104506" y="1883364"/>
                  <a:pt x="11031302" y="1908215"/>
                </a:cubicBezTo>
                <a:cubicBezTo>
                  <a:pt x="10958098" y="1933066"/>
                  <a:pt x="10867026" y="1882964"/>
                  <a:pt x="10799064" y="1908215"/>
                </a:cubicBezTo>
                <a:cubicBezTo>
                  <a:pt x="10731102" y="1933466"/>
                  <a:pt x="10418111" y="1885815"/>
                  <a:pt x="10218469" y="1908215"/>
                </a:cubicBezTo>
                <a:cubicBezTo>
                  <a:pt x="10018828" y="1930615"/>
                  <a:pt x="9941530" y="1893793"/>
                  <a:pt x="9870112" y="1908215"/>
                </a:cubicBezTo>
                <a:cubicBezTo>
                  <a:pt x="9798694" y="1922637"/>
                  <a:pt x="9314361" y="1890384"/>
                  <a:pt x="9173399" y="1908215"/>
                </a:cubicBezTo>
                <a:cubicBezTo>
                  <a:pt x="9032437" y="1926046"/>
                  <a:pt x="8917105" y="1884336"/>
                  <a:pt x="8825042" y="1908215"/>
                </a:cubicBezTo>
                <a:cubicBezTo>
                  <a:pt x="8732979" y="1932094"/>
                  <a:pt x="8402976" y="1838309"/>
                  <a:pt x="8128328" y="1908215"/>
                </a:cubicBezTo>
                <a:cubicBezTo>
                  <a:pt x="7853680" y="1978121"/>
                  <a:pt x="7975214" y="1895345"/>
                  <a:pt x="7896090" y="1908215"/>
                </a:cubicBezTo>
                <a:cubicBezTo>
                  <a:pt x="7816966" y="1921085"/>
                  <a:pt x="7530835" y="1881240"/>
                  <a:pt x="7199376" y="1908215"/>
                </a:cubicBezTo>
                <a:cubicBezTo>
                  <a:pt x="6867917" y="1935190"/>
                  <a:pt x="7002564" y="1890637"/>
                  <a:pt x="6851019" y="1908215"/>
                </a:cubicBezTo>
                <a:cubicBezTo>
                  <a:pt x="6699474" y="1925793"/>
                  <a:pt x="6706306" y="1881214"/>
                  <a:pt x="6618781" y="1908215"/>
                </a:cubicBezTo>
                <a:cubicBezTo>
                  <a:pt x="6531256" y="1935216"/>
                  <a:pt x="6361883" y="1894048"/>
                  <a:pt x="6270424" y="1908215"/>
                </a:cubicBezTo>
                <a:cubicBezTo>
                  <a:pt x="6178965" y="1922382"/>
                  <a:pt x="5780367" y="1878424"/>
                  <a:pt x="5573711" y="1908215"/>
                </a:cubicBezTo>
                <a:cubicBezTo>
                  <a:pt x="5367055" y="1938006"/>
                  <a:pt x="5360312" y="1902340"/>
                  <a:pt x="5225354" y="1908215"/>
                </a:cubicBezTo>
                <a:cubicBezTo>
                  <a:pt x="5090396" y="1914090"/>
                  <a:pt x="5057165" y="1881789"/>
                  <a:pt x="4993116" y="1908215"/>
                </a:cubicBezTo>
                <a:cubicBezTo>
                  <a:pt x="4929067" y="1934641"/>
                  <a:pt x="4732703" y="1879170"/>
                  <a:pt x="4644759" y="1908215"/>
                </a:cubicBezTo>
                <a:cubicBezTo>
                  <a:pt x="4556815" y="1937260"/>
                  <a:pt x="4362656" y="1860973"/>
                  <a:pt x="4180283" y="1908215"/>
                </a:cubicBezTo>
                <a:cubicBezTo>
                  <a:pt x="3997910" y="1955457"/>
                  <a:pt x="3817717" y="1881226"/>
                  <a:pt x="3599688" y="1908215"/>
                </a:cubicBezTo>
                <a:cubicBezTo>
                  <a:pt x="3381660" y="1935204"/>
                  <a:pt x="3342306" y="1887616"/>
                  <a:pt x="3251331" y="1908215"/>
                </a:cubicBezTo>
                <a:cubicBezTo>
                  <a:pt x="3160356" y="1928814"/>
                  <a:pt x="2771122" y="1894718"/>
                  <a:pt x="2438498" y="1908215"/>
                </a:cubicBezTo>
                <a:cubicBezTo>
                  <a:pt x="2105874" y="1921712"/>
                  <a:pt x="2040506" y="1848014"/>
                  <a:pt x="1857904" y="1908215"/>
                </a:cubicBezTo>
                <a:cubicBezTo>
                  <a:pt x="1675302" y="1968416"/>
                  <a:pt x="1345227" y="1855940"/>
                  <a:pt x="1045071" y="1908215"/>
                </a:cubicBezTo>
                <a:cubicBezTo>
                  <a:pt x="744915" y="1960490"/>
                  <a:pt x="262646" y="1904444"/>
                  <a:pt x="0" y="1908215"/>
                </a:cubicBezTo>
                <a:cubicBezTo>
                  <a:pt x="-54134" y="1784304"/>
                  <a:pt x="52431" y="1678124"/>
                  <a:pt x="0" y="1450243"/>
                </a:cubicBezTo>
                <a:cubicBezTo>
                  <a:pt x="-52431" y="1222362"/>
                  <a:pt x="13921" y="1155647"/>
                  <a:pt x="0" y="992272"/>
                </a:cubicBezTo>
                <a:cubicBezTo>
                  <a:pt x="-13921" y="828897"/>
                  <a:pt x="46292" y="652416"/>
                  <a:pt x="0" y="496136"/>
                </a:cubicBezTo>
                <a:cubicBezTo>
                  <a:pt x="-46292" y="339856"/>
                  <a:pt x="58090" y="244147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Liberation Serif"/>
              </a:rPr>
              <a:t>Template class 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ShapeList</a:t>
            </a:r>
            <a:r>
              <a:rPr lang="en-US" dirty="0">
                <a:latin typeface="Liberation Serif"/>
              </a:rPr>
              <a:t> implements a strange version of value semantics. The objects of this class have two resources: a string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latin typeface="Liberation Serif"/>
              </a:rPr>
              <a:t>, and a vector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data</a:t>
            </a:r>
            <a:r>
              <a:rPr lang="en-US" dirty="0">
                <a:latin typeface="Liberation Serif"/>
              </a:rPr>
              <a:t>.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latin typeface="Liberation Serif"/>
              </a:rPr>
              <a:t> is managed by the constructors while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data</a:t>
            </a:r>
            <a:r>
              <a:rPr lang="en-US" dirty="0">
                <a:latin typeface="Liberation Serif"/>
              </a:rPr>
              <a:t> is managed by the assignment operators. Both version of copy and move semantics are available.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Liberation Serif"/>
              </a:rPr>
              <a:t>Study the given code its output and implement the class 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ShapeList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Liberation Serif"/>
              </a:rPr>
              <a:t>with the correct semantics. You do not need to implement the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Circle</a:t>
            </a:r>
            <a:r>
              <a:rPr lang="en-US" dirty="0">
                <a:latin typeface="Liberation Serif"/>
              </a:rPr>
              <a:t> and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Square</a:t>
            </a:r>
            <a:r>
              <a:rPr lang="en-US" dirty="0">
                <a:latin typeface="Liberation Serif"/>
              </a:rPr>
              <a:t> classes and member function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latin typeface="Liberation Serif"/>
              </a:rPr>
              <a:t>. You need to implement 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swaplists</a:t>
            </a:r>
            <a:r>
              <a:rPr lang="en-US" dirty="0">
                <a:latin typeface="Liberation Serif"/>
              </a:rPr>
              <a:t> which is a non-friend function.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EC95D-E42B-D185-7760-2D1A00486D5D}"/>
              </a:ext>
            </a:extLst>
          </p:cNvPr>
          <p:cNvSpPr txBox="1"/>
          <p:nvPr/>
        </p:nvSpPr>
        <p:spPr>
          <a:xfrm>
            <a:off x="10290688" y="93899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35 minutes…</a:t>
            </a:r>
            <a:endParaRPr lang="en-US" dirty="0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A23BC53-CFB8-7557-1F45-44367D30C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3" y="93899"/>
            <a:ext cx="8125215" cy="46993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0B6354-20A9-86B3-1ABE-657C9B871A2C}"/>
              </a:ext>
            </a:extLst>
          </p:cNvPr>
          <p:cNvSpPr txBox="1"/>
          <p:nvPr/>
        </p:nvSpPr>
        <p:spPr>
          <a:xfrm>
            <a:off x="7825864" y="1442316"/>
            <a:ext cx="4198374" cy="32932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</a:rPr>
              <a:t>Output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Step1: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List of Circles 1: {{1,1,1},{1,1,2},{1,1,3}}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List of Circles 2: {}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List of Squares 1: {{2,2,4},{2,2,5}}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List of Squares 2: {}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Step2: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List of Circles 2: {{1,1,1},{1,1,2},{1,1,3}}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Step3: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List of Squares 1: {}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List of Squares 2: {{2,2,4},{2,2,5}}</a:t>
            </a:r>
          </a:p>
        </p:txBody>
      </p:sp>
    </p:spTree>
    <p:extLst>
      <p:ext uri="{BB962C8B-B14F-4D97-AF65-F5344CB8AC3E}">
        <p14:creationId xmlns:p14="http://schemas.microsoft.com/office/powerpoint/2010/main" val="37072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7" ma:contentTypeDescription="Yeni belge oluşturun." ma:contentTypeScope="" ma:versionID="467dee040249efe7af0f2735273a16cf">
  <xsd:schema xmlns:xsd="http://www.w3.org/2001/XMLSchema" xmlns:xs="http://www.w3.org/2001/XMLSchema" xmlns:p="http://schemas.microsoft.com/office/2006/metadata/properties" xmlns:ns2="8e2b7dea-49f8-4593-82c4-e63f6b2d9815" targetNamespace="http://schemas.microsoft.com/office/2006/metadata/properties" ma:root="true" ma:fieldsID="39e7aded8f025ea46db85e2afd4cb3aa" ns2:_="">
    <xsd:import namespace="8e2b7dea-49f8-4593-82c4-e63f6b2d9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b7dea-49f8-4593-82c4-e63f6b2d9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7B5AC9-90CC-482B-9CB9-5FB751B55829}"/>
</file>

<file path=customXml/itemProps2.xml><?xml version="1.0" encoding="utf-8"?>
<ds:datastoreItem xmlns:ds="http://schemas.openxmlformats.org/officeDocument/2006/customXml" ds:itemID="{4EF7A10F-BC03-4492-82E8-E6889C742AC8}"/>
</file>

<file path=customXml/itemProps3.xml><?xml version="1.0" encoding="utf-8"?>
<ds:datastoreItem xmlns:ds="http://schemas.openxmlformats.org/officeDocument/2006/customXml" ds:itemID="{D91D788D-6584-48E6-AFE8-08213A2DA4D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Liberation Serif</vt:lpstr>
      <vt:lpstr>Aptos</vt:lpstr>
      <vt:lpstr>Aptos Display</vt:lpstr>
      <vt:lpstr>Arial</vt:lpstr>
      <vt:lpstr>Consolas</vt:lpstr>
      <vt:lpstr>Times New Roman</vt:lpstr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lastModifiedBy>Yakup Genc</cp:lastModifiedBy>
  <cp:revision>99</cp:revision>
  <dcterms:created xsi:type="dcterms:W3CDTF">2025-10-01T11:57:46Z</dcterms:created>
  <dcterms:modified xsi:type="dcterms:W3CDTF">2025-12-18T09:35:44Z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