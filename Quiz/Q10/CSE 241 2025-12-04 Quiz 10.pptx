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#10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71051" y="654327"/>
            <a:ext cx="10849897" cy="5786199"/>
          </a:xfrm>
          <a:custGeom>
            <a:avLst/>
            <a:gdLst>
              <a:gd name="csX0" fmla="*/ 0 w 10849897"/>
              <a:gd name="csY0" fmla="*/ 0 h 5786199"/>
              <a:gd name="csX1" fmla="*/ 462548 w 10849897"/>
              <a:gd name="csY1" fmla="*/ 0 h 5786199"/>
              <a:gd name="csX2" fmla="*/ 708099 w 10849897"/>
              <a:gd name="csY2" fmla="*/ 0 h 5786199"/>
              <a:gd name="csX3" fmla="*/ 1496144 w 10849897"/>
              <a:gd name="csY3" fmla="*/ 0 h 5786199"/>
              <a:gd name="csX4" fmla="*/ 1958692 w 10849897"/>
              <a:gd name="csY4" fmla="*/ 0 h 5786199"/>
              <a:gd name="csX5" fmla="*/ 2421240 w 10849897"/>
              <a:gd name="csY5" fmla="*/ 0 h 5786199"/>
              <a:gd name="csX6" fmla="*/ 3209285 w 10849897"/>
              <a:gd name="csY6" fmla="*/ 0 h 5786199"/>
              <a:gd name="csX7" fmla="*/ 3563335 w 10849897"/>
              <a:gd name="csY7" fmla="*/ 0 h 5786199"/>
              <a:gd name="csX8" fmla="*/ 4351380 w 10849897"/>
              <a:gd name="csY8" fmla="*/ 0 h 5786199"/>
              <a:gd name="csX9" fmla="*/ 5139425 w 10849897"/>
              <a:gd name="csY9" fmla="*/ 0 h 5786199"/>
              <a:gd name="csX10" fmla="*/ 5710472 w 10849897"/>
              <a:gd name="csY10" fmla="*/ 0 h 5786199"/>
              <a:gd name="csX11" fmla="*/ 6498517 w 10849897"/>
              <a:gd name="csY11" fmla="*/ 0 h 5786199"/>
              <a:gd name="csX12" fmla="*/ 6961065 w 10849897"/>
              <a:gd name="csY12" fmla="*/ 0 h 5786199"/>
              <a:gd name="csX13" fmla="*/ 7423614 w 10849897"/>
              <a:gd name="csY13" fmla="*/ 0 h 5786199"/>
              <a:gd name="csX14" fmla="*/ 8103160 w 10849897"/>
              <a:gd name="csY14" fmla="*/ 0 h 5786199"/>
              <a:gd name="csX15" fmla="*/ 8565708 w 10849897"/>
              <a:gd name="csY15" fmla="*/ 0 h 5786199"/>
              <a:gd name="csX16" fmla="*/ 9353753 w 10849897"/>
              <a:gd name="csY16" fmla="*/ 0 h 5786199"/>
              <a:gd name="csX17" fmla="*/ 10141798 w 10849897"/>
              <a:gd name="csY17" fmla="*/ 0 h 5786199"/>
              <a:gd name="csX18" fmla="*/ 10849897 w 10849897"/>
              <a:gd name="csY18" fmla="*/ 0 h 5786199"/>
              <a:gd name="csX19" fmla="*/ 10849897 w 10849897"/>
              <a:gd name="csY19" fmla="*/ 520758 h 5786199"/>
              <a:gd name="csX20" fmla="*/ 10849897 w 10849897"/>
              <a:gd name="csY20" fmla="*/ 925792 h 5786199"/>
              <a:gd name="csX21" fmla="*/ 10849897 w 10849897"/>
              <a:gd name="csY21" fmla="*/ 1388688 h 5786199"/>
              <a:gd name="csX22" fmla="*/ 10849897 w 10849897"/>
              <a:gd name="csY22" fmla="*/ 2025170 h 5786199"/>
              <a:gd name="csX23" fmla="*/ 10849897 w 10849897"/>
              <a:gd name="csY23" fmla="*/ 2545928 h 5786199"/>
              <a:gd name="csX24" fmla="*/ 10849897 w 10849897"/>
              <a:gd name="csY24" fmla="*/ 3008823 h 5786199"/>
              <a:gd name="csX25" fmla="*/ 10849897 w 10849897"/>
              <a:gd name="csY25" fmla="*/ 3645305 h 5786199"/>
              <a:gd name="csX26" fmla="*/ 10849897 w 10849897"/>
              <a:gd name="csY26" fmla="*/ 4223925 h 5786199"/>
              <a:gd name="csX27" fmla="*/ 10849897 w 10849897"/>
              <a:gd name="csY27" fmla="*/ 4802545 h 5786199"/>
              <a:gd name="csX28" fmla="*/ 10849897 w 10849897"/>
              <a:gd name="csY28" fmla="*/ 5786199 h 5786199"/>
              <a:gd name="csX29" fmla="*/ 10170351 w 10849897"/>
              <a:gd name="csY29" fmla="*/ 5786199 h 5786199"/>
              <a:gd name="csX30" fmla="*/ 9816302 w 10849897"/>
              <a:gd name="csY30" fmla="*/ 5786199 h 5786199"/>
              <a:gd name="csX31" fmla="*/ 9136755 w 10849897"/>
              <a:gd name="csY31" fmla="*/ 5786199 h 5786199"/>
              <a:gd name="csX32" fmla="*/ 8891205 w 10849897"/>
              <a:gd name="csY32" fmla="*/ 5786199 h 5786199"/>
              <a:gd name="csX33" fmla="*/ 8211659 w 10849897"/>
              <a:gd name="csY33" fmla="*/ 5786199 h 5786199"/>
              <a:gd name="csX34" fmla="*/ 7857610 w 10849897"/>
              <a:gd name="csY34" fmla="*/ 5786199 h 5786199"/>
              <a:gd name="csX35" fmla="*/ 7612059 w 10849897"/>
              <a:gd name="csY35" fmla="*/ 5786199 h 5786199"/>
              <a:gd name="csX36" fmla="*/ 7258010 w 10849897"/>
              <a:gd name="csY36" fmla="*/ 5786199 h 5786199"/>
              <a:gd name="csX37" fmla="*/ 6578464 w 10849897"/>
              <a:gd name="csY37" fmla="*/ 5786199 h 5786199"/>
              <a:gd name="csX38" fmla="*/ 6224415 w 10849897"/>
              <a:gd name="csY38" fmla="*/ 5786199 h 5786199"/>
              <a:gd name="csX39" fmla="*/ 5978864 w 10849897"/>
              <a:gd name="csY39" fmla="*/ 5786199 h 5786199"/>
              <a:gd name="csX40" fmla="*/ 5624815 w 10849897"/>
              <a:gd name="csY40" fmla="*/ 5786199 h 5786199"/>
              <a:gd name="csX41" fmla="*/ 5162267 w 10849897"/>
              <a:gd name="csY41" fmla="*/ 5786199 h 5786199"/>
              <a:gd name="csX42" fmla="*/ 4591220 w 10849897"/>
              <a:gd name="csY42" fmla="*/ 5786199 h 5786199"/>
              <a:gd name="csX43" fmla="*/ 4237170 w 10849897"/>
              <a:gd name="csY43" fmla="*/ 5786199 h 5786199"/>
              <a:gd name="csX44" fmla="*/ 3449125 w 10849897"/>
              <a:gd name="csY44" fmla="*/ 5786199 h 5786199"/>
              <a:gd name="csX45" fmla="*/ 2878078 w 10849897"/>
              <a:gd name="csY45" fmla="*/ 5786199 h 5786199"/>
              <a:gd name="csX46" fmla="*/ 2090033 w 10849897"/>
              <a:gd name="csY46" fmla="*/ 5786199 h 5786199"/>
              <a:gd name="csX47" fmla="*/ 1410487 w 10849897"/>
              <a:gd name="csY47" fmla="*/ 5786199 h 5786199"/>
              <a:gd name="csX48" fmla="*/ 947938 w 10849897"/>
              <a:gd name="csY48" fmla="*/ 5786199 h 5786199"/>
              <a:gd name="csX49" fmla="*/ 0 w 10849897"/>
              <a:gd name="csY49" fmla="*/ 5786199 h 5786199"/>
              <a:gd name="csX50" fmla="*/ 0 w 10849897"/>
              <a:gd name="csY50" fmla="*/ 5323303 h 5786199"/>
              <a:gd name="csX51" fmla="*/ 0 w 10849897"/>
              <a:gd name="csY51" fmla="*/ 4744683 h 5786199"/>
              <a:gd name="csX52" fmla="*/ 0 w 10849897"/>
              <a:gd name="csY52" fmla="*/ 4050339 h 5786199"/>
              <a:gd name="csX53" fmla="*/ 0 w 10849897"/>
              <a:gd name="csY53" fmla="*/ 3355995 h 5786199"/>
              <a:gd name="csX54" fmla="*/ 0 w 10849897"/>
              <a:gd name="csY54" fmla="*/ 2719514 h 5786199"/>
              <a:gd name="csX55" fmla="*/ 0 w 10849897"/>
              <a:gd name="csY55" fmla="*/ 2083032 h 5786199"/>
              <a:gd name="csX56" fmla="*/ 0 w 10849897"/>
              <a:gd name="csY56" fmla="*/ 1446550 h 5786199"/>
              <a:gd name="csX57" fmla="*/ 0 w 10849897"/>
              <a:gd name="csY57" fmla="*/ 983654 h 5786199"/>
              <a:gd name="csX58" fmla="*/ 0 w 10849897"/>
              <a:gd name="csY58" fmla="*/ 0 h 5786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10849897" h="5786199" extrusionOk="0">
                <a:moveTo>
                  <a:pt x="0" y="0"/>
                </a:moveTo>
                <a:cubicBezTo>
                  <a:pt x="201443" y="-26282"/>
                  <a:pt x="295191" y="43762"/>
                  <a:pt x="462548" y="0"/>
                </a:cubicBezTo>
                <a:cubicBezTo>
                  <a:pt x="629905" y="-43762"/>
                  <a:pt x="648132" y="27896"/>
                  <a:pt x="708099" y="0"/>
                </a:cubicBezTo>
                <a:cubicBezTo>
                  <a:pt x="768066" y="-27896"/>
                  <a:pt x="1270049" y="62561"/>
                  <a:pt x="1496144" y="0"/>
                </a:cubicBezTo>
                <a:cubicBezTo>
                  <a:pt x="1722240" y="-62561"/>
                  <a:pt x="1743591" y="32707"/>
                  <a:pt x="1958692" y="0"/>
                </a:cubicBezTo>
                <a:cubicBezTo>
                  <a:pt x="2173793" y="-32707"/>
                  <a:pt x="2254142" y="38976"/>
                  <a:pt x="2421240" y="0"/>
                </a:cubicBezTo>
                <a:cubicBezTo>
                  <a:pt x="2588338" y="-38976"/>
                  <a:pt x="2906693" y="94103"/>
                  <a:pt x="3209285" y="0"/>
                </a:cubicBezTo>
                <a:cubicBezTo>
                  <a:pt x="3511878" y="-94103"/>
                  <a:pt x="3424879" y="42285"/>
                  <a:pt x="3563335" y="0"/>
                </a:cubicBezTo>
                <a:cubicBezTo>
                  <a:pt x="3701791" y="-42285"/>
                  <a:pt x="3959486" y="19463"/>
                  <a:pt x="4351380" y="0"/>
                </a:cubicBezTo>
                <a:cubicBezTo>
                  <a:pt x="4743274" y="-19463"/>
                  <a:pt x="4880670" y="31841"/>
                  <a:pt x="5139425" y="0"/>
                </a:cubicBezTo>
                <a:cubicBezTo>
                  <a:pt x="5398181" y="-31841"/>
                  <a:pt x="5582020" y="25251"/>
                  <a:pt x="5710472" y="0"/>
                </a:cubicBezTo>
                <a:cubicBezTo>
                  <a:pt x="5838924" y="-25251"/>
                  <a:pt x="6301584" y="35195"/>
                  <a:pt x="6498517" y="0"/>
                </a:cubicBezTo>
                <a:cubicBezTo>
                  <a:pt x="6695450" y="-35195"/>
                  <a:pt x="6832635" y="19961"/>
                  <a:pt x="6961065" y="0"/>
                </a:cubicBezTo>
                <a:cubicBezTo>
                  <a:pt x="7089495" y="-19961"/>
                  <a:pt x="7258473" y="8585"/>
                  <a:pt x="7423614" y="0"/>
                </a:cubicBezTo>
                <a:cubicBezTo>
                  <a:pt x="7588755" y="-8585"/>
                  <a:pt x="7951004" y="22752"/>
                  <a:pt x="8103160" y="0"/>
                </a:cubicBezTo>
                <a:cubicBezTo>
                  <a:pt x="8255316" y="-22752"/>
                  <a:pt x="8343102" y="34411"/>
                  <a:pt x="8565708" y="0"/>
                </a:cubicBezTo>
                <a:cubicBezTo>
                  <a:pt x="8788314" y="-34411"/>
                  <a:pt x="9126525" y="57184"/>
                  <a:pt x="9353753" y="0"/>
                </a:cubicBezTo>
                <a:cubicBezTo>
                  <a:pt x="9580981" y="-57184"/>
                  <a:pt x="9926198" y="22353"/>
                  <a:pt x="10141798" y="0"/>
                </a:cubicBezTo>
                <a:cubicBezTo>
                  <a:pt x="10357399" y="-22353"/>
                  <a:pt x="10682948" y="56723"/>
                  <a:pt x="10849897" y="0"/>
                </a:cubicBezTo>
                <a:cubicBezTo>
                  <a:pt x="10890828" y="211247"/>
                  <a:pt x="10793959" y="408118"/>
                  <a:pt x="10849897" y="520758"/>
                </a:cubicBezTo>
                <a:cubicBezTo>
                  <a:pt x="10905835" y="633398"/>
                  <a:pt x="10815263" y="806688"/>
                  <a:pt x="10849897" y="925792"/>
                </a:cubicBezTo>
                <a:cubicBezTo>
                  <a:pt x="10884531" y="1044896"/>
                  <a:pt x="10830054" y="1170600"/>
                  <a:pt x="10849897" y="1388688"/>
                </a:cubicBezTo>
                <a:cubicBezTo>
                  <a:pt x="10869740" y="1606776"/>
                  <a:pt x="10835632" y="1772571"/>
                  <a:pt x="10849897" y="2025170"/>
                </a:cubicBezTo>
                <a:cubicBezTo>
                  <a:pt x="10864162" y="2277769"/>
                  <a:pt x="10808651" y="2389871"/>
                  <a:pt x="10849897" y="2545928"/>
                </a:cubicBezTo>
                <a:cubicBezTo>
                  <a:pt x="10891143" y="2701985"/>
                  <a:pt x="10803380" y="2903426"/>
                  <a:pt x="10849897" y="3008823"/>
                </a:cubicBezTo>
                <a:cubicBezTo>
                  <a:pt x="10896414" y="3114220"/>
                  <a:pt x="10781470" y="3437293"/>
                  <a:pt x="10849897" y="3645305"/>
                </a:cubicBezTo>
                <a:cubicBezTo>
                  <a:pt x="10918324" y="3853317"/>
                  <a:pt x="10798278" y="4100238"/>
                  <a:pt x="10849897" y="4223925"/>
                </a:cubicBezTo>
                <a:cubicBezTo>
                  <a:pt x="10901516" y="4347612"/>
                  <a:pt x="10803000" y="4676392"/>
                  <a:pt x="10849897" y="4802545"/>
                </a:cubicBezTo>
                <a:cubicBezTo>
                  <a:pt x="10896794" y="4928698"/>
                  <a:pt x="10753254" y="5455470"/>
                  <a:pt x="10849897" y="5786199"/>
                </a:cubicBezTo>
                <a:cubicBezTo>
                  <a:pt x="10590391" y="5833223"/>
                  <a:pt x="10406132" y="5754013"/>
                  <a:pt x="10170351" y="5786199"/>
                </a:cubicBezTo>
                <a:cubicBezTo>
                  <a:pt x="9934570" y="5818385"/>
                  <a:pt x="9934464" y="5755397"/>
                  <a:pt x="9816302" y="5786199"/>
                </a:cubicBezTo>
                <a:cubicBezTo>
                  <a:pt x="9698140" y="5817001"/>
                  <a:pt x="9332714" y="5751192"/>
                  <a:pt x="9136755" y="5786199"/>
                </a:cubicBezTo>
                <a:cubicBezTo>
                  <a:pt x="8940796" y="5821206"/>
                  <a:pt x="9012881" y="5781701"/>
                  <a:pt x="8891205" y="5786199"/>
                </a:cubicBezTo>
                <a:cubicBezTo>
                  <a:pt x="8769529" y="5790697"/>
                  <a:pt x="8489440" y="5772697"/>
                  <a:pt x="8211659" y="5786199"/>
                </a:cubicBezTo>
                <a:cubicBezTo>
                  <a:pt x="7933878" y="5799701"/>
                  <a:pt x="7975251" y="5767021"/>
                  <a:pt x="7857610" y="5786199"/>
                </a:cubicBezTo>
                <a:cubicBezTo>
                  <a:pt x="7739969" y="5805377"/>
                  <a:pt x="7718110" y="5759806"/>
                  <a:pt x="7612059" y="5786199"/>
                </a:cubicBezTo>
                <a:cubicBezTo>
                  <a:pt x="7506008" y="5812592"/>
                  <a:pt x="7428013" y="5766031"/>
                  <a:pt x="7258010" y="5786199"/>
                </a:cubicBezTo>
                <a:cubicBezTo>
                  <a:pt x="7088007" y="5806367"/>
                  <a:pt x="6722660" y="5707582"/>
                  <a:pt x="6578464" y="5786199"/>
                </a:cubicBezTo>
                <a:cubicBezTo>
                  <a:pt x="6434268" y="5864816"/>
                  <a:pt x="6359198" y="5761612"/>
                  <a:pt x="6224415" y="5786199"/>
                </a:cubicBezTo>
                <a:cubicBezTo>
                  <a:pt x="6089632" y="5810786"/>
                  <a:pt x="6067623" y="5758312"/>
                  <a:pt x="5978864" y="5786199"/>
                </a:cubicBezTo>
                <a:cubicBezTo>
                  <a:pt x="5890105" y="5814086"/>
                  <a:pt x="5754485" y="5783327"/>
                  <a:pt x="5624815" y="5786199"/>
                </a:cubicBezTo>
                <a:cubicBezTo>
                  <a:pt x="5495145" y="5789071"/>
                  <a:pt x="5373154" y="5771057"/>
                  <a:pt x="5162267" y="5786199"/>
                </a:cubicBezTo>
                <a:cubicBezTo>
                  <a:pt x="4951380" y="5801341"/>
                  <a:pt x="4801970" y="5757995"/>
                  <a:pt x="4591220" y="5786199"/>
                </a:cubicBezTo>
                <a:cubicBezTo>
                  <a:pt x="4380470" y="5814403"/>
                  <a:pt x="4398071" y="5781252"/>
                  <a:pt x="4237170" y="5786199"/>
                </a:cubicBezTo>
                <a:cubicBezTo>
                  <a:pt x="4076269" y="5791146"/>
                  <a:pt x="3686055" y="5779470"/>
                  <a:pt x="3449125" y="5786199"/>
                </a:cubicBezTo>
                <a:cubicBezTo>
                  <a:pt x="3212195" y="5792928"/>
                  <a:pt x="3035748" y="5717930"/>
                  <a:pt x="2878078" y="5786199"/>
                </a:cubicBezTo>
                <a:cubicBezTo>
                  <a:pt x="2720408" y="5854468"/>
                  <a:pt x="2348604" y="5715811"/>
                  <a:pt x="2090033" y="5786199"/>
                </a:cubicBezTo>
                <a:cubicBezTo>
                  <a:pt x="1831462" y="5856587"/>
                  <a:pt x="1606188" y="5733145"/>
                  <a:pt x="1410487" y="5786199"/>
                </a:cubicBezTo>
                <a:cubicBezTo>
                  <a:pt x="1214786" y="5839253"/>
                  <a:pt x="1044552" y="5748679"/>
                  <a:pt x="947938" y="5786199"/>
                </a:cubicBezTo>
                <a:cubicBezTo>
                  <a:pt x="851324" y="5823719"/>
                  <a:pt x="362018" y="5676008"/>
                  <a:pt x="0" y="5786199"/>
                </a:cubicBezTo>
                <a:cubicBezTo>
                  <a:pt x="-5347" y="5580998"/>
                  <a:pt x="15276" y="5462444"/>
                  <a:pt x="0" y="5323303"/>
                </a:cubicBezTo>
                <a:cubicBezTo>
                  <a:pt x="-15276" y="5184162"/>
                  <a:pt x="21096" y="4984294"/>
                  <a:pt x="0" y="4744683"/>
                </a:cubicBezTo>
                <a:cubicBezTo>
                  <a:pt x="-21096" y="4505072"/>
                  <a:pt x="70534" y="4325397"/>
                  <a:pt x="0" y="4050339"/>
                </a:cubicBezTo>
                <a:cubicBezTo>
                  <a:pt x="-70534" y="3775281"/>
                  <a:pt x="33420" y="3581224"/>
                  <a:pt x="0" y="3355995"/>
                </a:cubicBezTo>
                <a:cubicBezTo>
                  <a:pt x="-33420" y="3130766"/>
                  <a:pt x="15875" y="3015112"/>
                  <a:pt x="0" y="2719514"/>
                </a:cubicBezTo>
                <a:cubicBezTo>
                  <a:pt x="-15875" y="2423916"/>
                  <a:pt x="52037" y="2299491"/>
                  <a:pt x="0" y="2083032"/>
                </a:cubicBezTo>
                <a:cubicBezTo>
                  <a:pt x="-52037" y="1866573"/>
                  <a:pt x="11194" y="1730390"/>
                  <a:pt x="0" y="1446550"/>
                </a:cubicBezTo>
                <a:cubicBezTo>
                  <a:pt x="-11194" y="1162710"/>
                  <a:pt x="38848" y="1151400"/>
                  <a:pt x="0" y="983654"/>
                </a:cubicBezTo>
                <a:cubicBezTo>
                  <a:pt x="-38848" y="815908"/>
                  <a:pt x="65737" y="263003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</a:rPr>
              <a:t>Design and implement C++ template class named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Matrix&lt;T&gt; </a:t>
            </a:r>
            <a:r>
              <a:rPr lang="en-US" sz="2000" dirty="0">
                <a:latin typeface="Liberation Serif"/>
              </a:rPr>
              <a:t>(assume only integers and doubles) that: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Uses smart pointers to manage dynamic storage.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Implements the following: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A constructor setting up an n by m matrix with all zero entries.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A destructor to properly destructing the dynamic memory.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random() </a:t>
            </a:r>
            <a:r>
              <a:rPr lang="en-US" sz="2000" dirty="0">
                <a:latin typeface="Liberation Serif"/>
              </a:rPr>
              <a:t>to set all the elements to random numbers. If integer between 0 and 100, if double between -1.0 and 1.0.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[] </a:t>
            </a:r>
            <a:r>
              <a:rPr lang="en-US" sz="2000" dirty="0">
                <a:latin typeface="Liberation Serif"/>
              </a:rPr>
              <a:t>overloaded operator returning the corresponding row as a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std::vector</a:t>
            </a:r>
            <a:r>
              <a:rPr lang="en-US" sz="2000" dirty="0">
                <a:latin typeface="Liberation Serif"/>
              </a:rPr>
              <a:t>. If out of bound, the method throws an exception.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set(int r, int c, T v) </a:t>
            </a:r>
            <a:r>
              <a:rPr lang="en-US" sz="2000" dirty="0">
                <a:latin typeface="Liberation Serif"/>
              </a:rPr>
              <a:t>to set the entry at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(r, c) </a:t>
            </a:r>
            <a:r>
              <a:rPr lang="en-US" sz="2000" dirty="0">
                <a:latin typeface="Liberation Serif"/>
              </a:rPr>
              <a:t>to </a:t>
            </a:r>
            <a:r>
              <a:rPr lang="en-US" kern="150" dirty="0">
                <a:solidFill>
                  <a:srgbClr val="0070C0"/>
                </a:solidFill>
                <a:latin typeface="Consolas" panose="020B0609020204030204" pitchFamily="49" charset="0"/>
              </a:rPr>
              <a:t>v</a:t>
            </a:r>
            <a:r>
              <a:rPr lang="en-US" sz="2000" dirty="0">
                <a:latin typeface="Liberation Serif"/>
              </a:rPr>
              <a:t>. If out of bound, the method throws an exception. Indices are designed to start at 1 not 0.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Add an iterator to your design such that: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Liberation Serif"/>
              </a:rPr>
              <a:t>The iterator supports ++ and * operators and iterates the entries of the matrix in the following order: (1,1), (1,2), …, (1,m), (2,1), (2,2), …, (2,m), …, (n,1), (n,2), …, (</a:t>
            </a:r>
            <a:r>
              <a:rPr lang="en-US" sz="2000" dirty="0" err="1">
                <a:latin typeface="Liberation Serif"/>
              </a:rPr>
              <a:t>n,m</a:t>
            </a:r>
            <a:r>
              <a:rPr lang="en-US" sz="2000" dirty="0">
                <a:latin typeface="Liberation Serif"/>
              </a:rPr>
              <a:t>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C95D-E42B-D185-7760-2D1A00486D5D}"/>
              </a:ext>
            </a:extLst>
          </p:cNvPr>
          <p:cNvSpPr txBox="1"/>
          <p:nvPr/>
        </p:nvSpPr>
        <p:spPr>
          <a:xfrm>
            <a:off x="266700" y="93899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35 minutes…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CA08E9-C836-4094-A903-936258110E5E}"/>
</file>

<file path=customXml/itemProps2.xml><?xml version="1.0" encoding="utf-8"?>
<ds:datastoreItem xmlns:ds="http://schemas.openxmlformats.org/officeDocument/2006/customXml" ds:itemID="{6953B147-259B-458B-AE41-B5C41A0E90DC}"/>
</file>

<file path=customXml/itemProps3.xml><?xml version="1.0" encoding="utf-8"?>
<ds:datastoreItem xmlns:ds="http://schemas.openxmlformats.org/officeDocument/2006/customXml" ds:itemID="{BF755A2C-3572-474E-A3F6-39FD5AD555C8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95</cp:revision>
  <dcterms:created xsi:type="dcterms:W3CDTF">2025-10-01T11:57:46Z</dcterms:created>
  <dcterms:modified xsi:type="dcterms:W3CDTF">2025-12-11T10:28:41Z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