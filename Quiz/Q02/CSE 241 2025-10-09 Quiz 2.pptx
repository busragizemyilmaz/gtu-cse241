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194" autoAdjust="0"/>
  </p:normalViewPr>
  <p:slideViewPr>
    <p:cSldViewPr snapToGrid="0">
      <p:cViewPr varScale="1">
        <p:scale>
          <a:sx n="96" d="100"/>
          <a:sy n="96" d="100"/>
        </p:scale>
        <p:origin x="10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57F1-6E39-5558-04ED-48C2FDAD7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076D5-611C-F097-DFF1-EED58A47A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14D27-F131-4AEC-BD66-F095E533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291D5-8CC7-60F4-A925-953F4ACC1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18DB9-6FD9-B8AD-6F12-DB2B878A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9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51AEC-61F0-AE80-EE84-5F774C82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4F12-A7DB-24A6-AC8A-F580C0B23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EA3A0-C38F-6096-2A19-AF98DF57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3A734-7C57-FFB2-3244-A6EB12FC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193A0-AF7A-6E9B-224F-5B139023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DF31-8823-DCED-27DB-34019D70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A7B61-40EB-2343-AF16-15ECDBB15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072BE-6BB4-6DEF-5191-9A09530B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2EED8-0CBF-6211-B5DB-D705B1A0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AE30-19E3-0B32-6C4E-84643B81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1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3283-2BF9-B368-8F6E-F7E41845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F11AD-591C-B5D8-32CD-0F8311F5F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71AB8-889B-A0CF-D468-E47CF157C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64F57-3321-E4F6-B962-3E503C28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FB78D-7295-957D-0A09-CFB3E17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A4BA6-1D21-1AFF-17E0-FB152E0E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9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CA04-C786-F038-776E-A6E6BDBF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2CEB3-8EA6-0C5B-30DD-B69271689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3AF03-BAB2-8B6C-4E0D-217614AE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9779B-0906-DCC1-0478-780F4704D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F6A81-288D-837D-6DEC-B0EACD506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A7903-0A6D-7347-C9AA-3BED10DD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EA6F6-D203-B907-C956-57A5B4E7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966C8-54D3-2E2B-9CE6-054EE089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595B-77B0-BA30-4B4B-F8E90B1B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2BB1F-9990-5368-662E-BE426387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22F03-16AB-0E6D-FB26-4B9FB94E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6D932-8916-C824-D6A1-65D6423D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3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61858-F700-C63E-46D7-0C465F7E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E7157-9A8D-A2EE-95C2-A65B59BE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685D7-03DE-A1DC-B965-A8F65A7D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1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3A3D-CFBB-F644-5397-F31190FD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9A710-A00B-DB71-B361-EC0D70151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A10A8-BCEE-CBE3-1F18-D3C7DEF62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5EA6F-3A6C-D19F-63EB-7E8F2F69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67186-1AD7-68EC-659E-CAE3744A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865A4-0A9A-865B-32C9-86527B95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36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C664-3CA0-E7FA-9006-AC53E6E5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C3D6F-0ED9-F669-70B4-75A40CD89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D8F17-EA93-0AD5-FD4C-B2369DF19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059C0-1455-7196-D678-02E9A5A4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5A474-CB62-48A1-CF77-E35D894D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FD8E1-E50D-73E8-FF93-5EA56976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0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5AC4-53F6-2897-0852-03656AF9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BAB6F-E95A-118E-28C8-2A96A5117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B8C39-5F3E-1705-871B-FF194D1CC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EA283-CF15-90F2-6580-CFD86895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E5116-E697-41A8-FC7B-75DECB58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8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14E61B-FD89-FB9D-DC30-063CF60CD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08BD9-ACB0-7F02-E87A-9F8C1F974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4A0B6-C1E0-DB9C-7206-725A9B81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214A5-9EE7-15A2-6F8A-0E4AF394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A9AC4-9003-FE0F-0966-26888A5F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5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0AD93-53ED-1F55-B504-8E2D3953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EABDA-14FB-EF0C-9E7A-19EC7F995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DD458-6C2C-E3A3-C6BE-C806086D7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B10A2-3592-400F-A153-24A818005E1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D72D9-269A-96D2-9704-E5F9A2BF3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6B0DC-31A1-17DA-CF86-7ED9E8950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8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65FB-561E-9D73-1C3A-1EF6AC2DA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 241 OOP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D045C-061E-9E15-683A-AA17FD1AB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Quiz #2</a:t>
            </a:r>
          </a:p>
        </p:txBody>
      </p:sp>
    </p:spTree>
    <p:extLst>
      <p:ext uri="{BB962C8B-B14F-4D97-AF65-F5344CB8AC3E}">
        <p14:creationId xmlns:p14="http://schemas.microsoft.com/office/powerpoint/2010/main" val="181220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6205AC-C7F1-F914-2BA9-9FFF5C01B47F}"/>
              </a:ext>
            </a:extLst>
          </p:cNvPr>
          <p:cNvSpPr txBox="1"/>
          <p:nvPr/>
        </p:nvSpPr>
        <p:spPr>
          <a:xfrm>
            <a:off x="117987" y="223004"/>
            <a:ext cx="58616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kern="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Part 1: </a:t>
            </a:r>
            <a:r>
              <a:rPr lang="en-US" sz="1800" kern="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Define a class to hold a circle object with the following member data:</a:t>
            </a:r>
          </a:p>
          <a:p>
            <a:pPr marL="285750" marR="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 x double numbers for the center location of the circle,</a:t>
            </a:r>
          </a:p>
          <a:p>
            <a:pPr marL="285750" marR="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double number </a:t>
            </a:r>
            <a:r>
              <a:rPr lang="en-US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for its radius. </a:t>
            </a:r>
            <a:endParaRPr lang="en-US" sz="1800" kern="1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>
              <a:spcBef>
                <a:spcPts val="600"/>
              </a:spcBef>
              <a:spcAft>
                <a:spcPts val="600"/>
              </a:spcAft>
            </a:pPr>
            <a:r>
              <a:rPr lang="en-US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class should have the following methods:</a:t>
            </a:r>
          </a:p>
          <a:p>
            <a:pPr marL="285750" marR="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method to access these three values </a:t>
            </a:r>
          </a:p>
          <a:p>
            <a:pPr marL="285750" marR="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method to set/mutate these variables.</a:t>
            </a:r>
          </a:p>
          <a:p>
            <a:pPr marR="0">
              <a:spcBef>
                <a:spcPts val="600"/>
              </a:spcBef>
              <a:spcAft>
                <a:spcPts val="600"/>
              </a:spcAft>
            </a:pPr>
            <a:r>
              <a:rPr lang="en-US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Implement the first method as </a:t>
            </a:r>
            <a:r>
              <a:rPr lang="en-US" b="1" kern="15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inline</a:t>
            </a:r>
            <a:r>
              <a:rPr lang="en-US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the second method as </a:t>
            </a:r>
            <a:r>
              <a:rPr lang="en-US" b="1" kern="15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not inline</a:t>
            </a:r>
            <a:r>
              <a:rPr lang="en-US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tr-TR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Do not include a </a:t>
            </a:r>
            <a:r>
              <a:rPr lang="en-US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constructor</a:t>
            </a:r>
            <a:r>
              <a:rPr lang="tr-TR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in the implementation</a:t>
            </a:r>
            <a:r>
              <a:rPr lang="en-US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9E19DF-C479-8A49-FF43-AFBD6B00BF5E}"/>
              </a:ext>
            </a:extLst>
          </p:cNvPr>
          <p:cNvSpPr txBox="1"/>
          <p:nvPr/>
        </p:nvSpPr>
        <p:spPr>
          <a:xfrm>
            <a:off x="6212365" y="223004"/>
            <a:ext cx="589935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Part 2: </a:t>
            </a:r>
            <a:r>
              <a:rPr lang="en-US" sz="1800" dirty="0">
                <a:effectLst/>
                <a:latin typeface="Liberation Serif"/>
                <a:ea typeface="DejaVu Sans"/>
                <a:cs typeface="DejaVu Sans"/>
              </a:rPr>
              <a:t>Update </a:t>
            </a:r>
            <a:r>
              <a:rPr lang="en-US" dirty="0">
                <a:latin typeface="Liberation Serif"/>
                <a:ea typeface="DejaVu Sans"/>
                <a:cs typeface="DejaVu Sans"/>
              </a:rPr>
              <a:t>your implementation in Part 1 such that the circle class has three constructors:</a:t>
            </a:r>
            <a:endParaRPr lang="tr-TR" dirty="0">
              <a:latin typeface="Liberation Serif"/>
              <a:ea typeface="DejaVu Sans"/>
              <a:cs typeface="DejaVu Sans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1800" dirty="0">
                <a:effectLst/>
                <a:latin typeface="Liberation Serif"/>
                <a:ea typeface="DejaVu Sans"/>
                <a:cs typeface="DejaVu Sans"/>
              </a:rPr>
              <a:t>Initializes a circle at origin with a given radius</a:t>
            </a:r>
            <a:r>
              <a:rPr lang="tr-TR" sz="1800" dirty="0">
                <a:effectLst/>
                <a:latin typeface="Liberation Serif"/>
                <a:ea typeface="DejaVu Sans"/>
                <a:cs typeface="DejaVu Sans"/>
              </a:rPr>
              <a:t> (given as the only </a:t>
            </a:r>
            <a:r>
              <a:rPr lang="en-US" dirty="0">
                <a:latin typeface="Liberation Serif"/>
                <a:ea typeface="DejaVu Sans"/>
                <a:cs typeface="DejaVu Sans"/>
              </a:rPr>
              <a:t>argument</a:t>
            </a:r>
            <a:r>
              <a:rPr lang="tr-TR" sz="1800" dirty="0">
                <a:effectLst/>
                <a:latin typeface="Liberation Serif"/>
                <a:ea typeface="DejaVu Sans"/>
                <a:cs typeface="DejaVu Sans"/>
              </a:rPr>
              <a:t>)</a:t>
            </a:r>
            <a:r>
              <a:rPr lang="en-US" sz="1800" dirty="0">
                <a:effectLst/>
                <a:latin typeface="Liberation Serif"/>
                <a:ea typeface="DejaVu Sans"/>
                <a:cs typeface="DejaVu Sans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dirty="0">
                <a:latin typeface="Liberation Serif"/>
                <a:ea typeface="DejaVu Sans"/>
                <a:cs typeface="DejaVu Sans"/>
              </a:rPr>
              <a:t>Initializes a circle with random locations and radius</a:t>
            </a:r>
            <a:r>
              <a:rPr lang="tr-TR" dirty="0">
                <a:latin typeface="Liberation Serif"/>
                <a:ea typeface="DejaVu Sans"/>
                <a:cs typeface="DejaVu Sans"/>
              </a:rPr>
              <a:t> (no </a:t>
            </a:r>
            <a:r>
              <a:rPr lang="en-US" dirty="0">
                <a:latin typeface="Liberation Serif"/>
                <a:ea typeface="DejaVu Sans"/>
                <a:cs typeface="DejaVu Sans"/>
              </a:rPr>
              <a:t>arguments</a:t>
            </a:r>
            <a:r>
              <a:rPr lang="tr-TR" dirty="0">
                <a:latin typeface="Liberation Serif"/>
                <a:ea typeface="DejaVu Sans"/>
                <a:cs typeface="DejaVu Sans"/>
              </a:rPr>
              <a:t>)</a:t>
            </a:r>
            <a:r>
              <a:rPr lang="en-US" dirty="0">
                <a:latin typeface="Liberation Serif"/>
                <a:ea typeface="DejaVu Sans"/>
                <a:cs typeface="DejaVu Sans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1800" dirty="0">
                <a:effectLst/>
                <a:latin typeface="Liberation Serif"/>
                <a:ea typeface="DejaVu Sans"/>
                <a:cs typeface="DejaVu Sans"/>
              </a:rPr>
              <a:t>Initializes a circle with given center and radius</a:t>
            </a:r>
            <a:r>
              <a:rPr lang="en-US" dirty="0">
                <a:latin typeface="Liberation Serif"/>
                <a:ea typeface="DejaVu Sans"/>
                <a:cs typeface="DejaVu Sans"/>
              </a:rPr>
              <a:t> (three arguments) </a:t>
            </a:r>
            <a:r>
              <a:rPr lang="en-US" sz="1800" dirty="0">
                <a:effectLst/>
                <a:latin typeface="Liberation Serif"/>
                <a:ea typeface="DejaVu Sans"/>
                <a:cs typeface="DejaVu Sans"/>
              </a:rPr>
              <a:t>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Liberation Serif"/>
                <a:ea typeface="DejaVu Sans"/>
                <a:cs typeface="DejaVu Sans"/>
              </a:rPr>
              <a:t>These constructors should use a private method of the class to check if the given circle is geometrically valid (i.e., having a positive nonzero radius). Exit the program when an invalid circle is created.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Liberation Serif"/>
                <a:ea typeface="DejaVu Sans"/>
                <a:cs typeface="DejaVu Sans"/>
              </a:rPr>
              <a:t>Make sure to use member initializer list in your implementation (</a:t>
            </a:r>
            <a:r>
              <a:rPr lang="en-US">
                <a:latin typeface="Liberation Serif"/>
                <a:ea typeface="DejaVu Sans"/>
                <a:cs typeface="DejaVu Sans"/>
              </a:rPr>
              <a:t>whenever possible). </a:t>
            </a:r>
            <a:r>
              <a:rPr lang="en-US" dirty="0">
                <a:latin typeface="Liberation Serif"/>
                <a:ea typeface="DejaVu Sans"/>
                <a:cs typeface="DejaVu Sans"/>
              </a:rPr>
              <a:t>You can implement these as </a:t>
            </a:r>
            <a:r>
              <a:rPr lang="en-US" b="1" kern="15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inline</a:t>
            </a:r>
            <a:r>
              <a:rPr lang="en-US" dirty="0">
                <a:latin typeface="Liberation Serif"/>
                <a:ea typeface="DejaVu Sans"/>
                <a:cs typeface="DejaVu Sans"/>
              </a:rPr>
              <a:t> methods. </a:t>
            </a:r>
            <a:endParaRPr lang="en-US" sz="1800" dirty="0">
              <a:effectLst/>
              <a:latin typeface="Liberation Serif"/>
              <a:ea typeface="DejaVu Sans"/>
              <a:cs typeface="DejaVu San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1CBFDD-A1AD-4475-2D0B-2F2051A7ECAE}"/>
              </a:ext>
            </a:extLst>
          </p:cNvPr>
          <p:cNvCxnSpPr/>
          <p:nvPr/>
        </p:nvCxnSpPr>
        <p:spPr>
          <a:xfrm>
            <a:off x="6096000" y="61912"/>
            <a:ext cx="0" cy="6734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26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98DA411F14FB3446BFBA932E3193AD5E" ma:contentTypeVersion="3" ma:contentTypeDescription="Yeni belge oluşturun." ma:contentTypeScope="" ma:versionID="9fadd83878ac76de2b856142bb2127a2">
  <xsd:schema xmlns:xsd="http://www.w3.org/2001/XMLSchema" xmlns:xs="http://www.w3.org/2001/XMLSchema" xmlns:p="http://schemas.microsoft.com/office/2006/metadata/properties" xmlns:ns2="8e2b7dea-49f8-4593-82c4-e63f6b2d9815" targetNamespace="http://schemas.microsoft.com/office/2006/metadata/properties" ma:root="true" ma:fieldsID="965d8918b59b13463edde6adb30fa8ce" ns2:_="">
    <xsd:import namespace="8e2b7dea-49f8-4593-82c4-e63f6b2d98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b7dea-49f8-4593-82c4-e63f6b2d98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F458231-0DC2-404F-8276-67AE06FBCFFC}"/>
</file>

<file path=customXml/itemProps2.xml><?xml version="1.0" encoding="utf-8"?>
<ds:datastoreItem xmlns:ds="http://schemas.openxmlformats.org/officeDocument/2006/customXml" ds:itemID="{66264328-E467-4D24-9483-CB3993F94D63}"/>
</file>

<file path=customXml/itemProps3.xml><?xml version="1.0" encoding="utf-8"?>
<ds:datastoreItem xmlns:ds="http://schemas.openxmlformats.org/officeDocument/2006/customXml" ds:itemID="{38F34FF1-FD46-4A50-BE20-CDDA5B25A5B5}"/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214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Liberation Serif</vt:lpstr>
      <vt:lpstr>Times New Roman</vt:lpstr>
      <vt:lpstr>Office Theme</vt:lpstr>
      <vt:lpstr>CSE 241 OOP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Yakup Genc</dc:creator>
  <cp:lastModifiedBy>Yakup Genc</cp:lastModifiedBy>
  <cp:revision>17</cp:revision>
  <dcterms:created xsi:type="dcterms:W3CDTF">2025-10-01T11:57:46Z</dcterms:created>
  <dcterms:modified xsi:type="dcterms:W3CDTF">2025-10-08T12:55:53Z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0x01010098DA411F14FB3446BFBA932E3193AD5E</vt:lpwstr>
  </property>
</Properties>
</file>