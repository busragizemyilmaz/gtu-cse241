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#4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096000" y="111671"/>
            <a:ext cx="5899355" cy="6617196"/>
          </a:xfrm>
          <a:custGeom>
            <a:avLst/>
            <a:gdLst>
              <a:gd name="connsiteX0" fmla="*/ 0 w 5899355"/>
              <a:gd name="connsiteY0" fmla="*/ 0 h 6617196"/>
              <a:gd name="connsiteX1" fmla="*/ 530942 w 5899355"/>
              <a:gd name="connsiteY1" fmla="*/ 0 h 6617196"/>
              <a:gd name="connsiteX2" fmla="*/ 943897 w 5899355"/>
              <a:gd name="connsiteY2" fmla="*/ 0 h 6617196"/>
              <a:gd name="connsiteX3" fmla="*/ 1651819 w 5899355"/>
              <a:gd name="connsiteY3" fmla="*/ 0 h 6617196"/>
              <a:gd name="connsiteX4" fmla="*/ 2182761 w 5899355"/>
              <a:gd name="connsiteY4" fmla="*/ 0 h 6617196"/>
              <a:gd name="connsiteX5" fmla="*/ 2713703 w 5899355"/>
              <a:gd name="connsiteY5" fmla="*/ 0 h 6617196"/>
              <a:gd name="connsiteX6" fmla="*/ 3421626 w 5899355"/>
              <a:gd name="connsiteY6" fmla="*/ 0 h 6617196"/>
              <a:gd name="connsiteX7" fmla="*/ 3893574 w 5899355"/>
              <a:gd name="connsiteY7" fmla="*/ 0 h 6617196"/>
              <a:gd name="connsiteX8" fmla="*/ 4601497 w 5899355"/>
              <a:gd name="connsiteY8" fmla="*/ 0 h 6617196"/>
              <a:gd name="connsiteX9" fmla="*/ 5309420 w 5899355"/>
              <a:gd name="connsiteY9" fmla="*/ 0 h 6617196"/>
              <a:gd name="connsiteX10" fmla="*/ 5899355 w 5899355"/>
              <a:gd name="connsiteY10" fmla="*/ 0 h 6617196"/>
              <a:gd name="connsiteX11" fmla="*/ 5899355 w 5899355"/>
              <a:gd name="connsiteY11" fmla="*/ 683777 h 6617196"/>
              <a:gd name="connsiteX12" fmla="*/ 5899355 w 5899355"/>
              <a:gd name="connsiteY12" fmla="*/ 1301382 h 6617196"/>
              <a:gd name="connsiteX13" fmla="*/ 5899355 w 5899355"/>
              <a:gd name="connsiteY13" fmla="*/ 1654299 h 6617196"/>
              <a:gd name="connsiteX14" fmla="*/ 5899355 w 5899355"/>
              <a:gd name="connsiteY14" fmla="*/ 2205732 h 6617196"/>
              <a:gd name="connsiteX15" fmla="*/ 5899355 w 5899355"/>
              <a:gd name="connsiteY15" fmla="*/ 2757165 h 6617196"/>
              <a:gd name="connsiteX16" fmla="*/ 5899355 w 5899355"/>
              <a:gd name="connsiteY16" fmla="*/ 3308598 h 6617196"/>
              <a:gd name="connsiteX17" fmla="*/ 5899355 w 5899355"/>
              <a:gd name="connsiteY17" fmla="*/ 3926203 h 6617196"/>
              <a:gd name="connsiteX18" fmla="*/ 5899355 w 5899355"/>
              <a:gd name="connsiteY18" fmla="*/ 4543808 h 6617196"/>
              <a:gd name="connsiteX19" fmla="*/ 5899355 w 5899355"/>
              <a:gd name="connsiteY19" fmla="*/ 5161413 h 6617196"/>
              <a:gd name="connsiteX20" fmla="*/ 5899355 w 5899355"/>
              <a:gd name="connsiteY20" fmla="*/ 5514330 h 6617196"/>
              <a:gd name="connsiteX21" fmla="*/ 5899355 w 5899355"/>
              <a:gd name="connsiteY21" fmla="*/ 5933419 h 6617196"/>
              <a:gd name="connsiteX22" fmla="*/ 5899355 w 5899355"/>
              <a:gd name="connsiteY22" fmla="*/ 6617196 h 6617196"/>
              <a:gd name="connsiteX23" fmla="*/ 5368413 w 5899355"/>
              <a:gd name="connsiteY23" fmla="*/ 6617196 h 6617196"/>
              <a:gd name="connsiteX24" fmla="*/ 4778478 w 5899355"/>
              <a:gd name="connsiteY24" fmla="*/ 6617196 h 6617196"/>
              <a:gd name="connsiteX25" fmla="*/ 4365523 w 5899355"/>
              <a:gd name="connsiteY25" fmla="*/ 6617196 h 6617196"/>
              <a:gd name="connsiteX26" fmla="*/ 3952568 w 5899355"/>
              <a:gd name="connsiteY26" fmla="*/ 6617196 h 6617196"/>
              <a:gd name="connsiteX27" fmla="*/ 3362632 w 5899355"/>
              <a:gd name="connsiteY27" fmla="*/ 6617196 h 6617196"/>
              <a:gd name="connsiteX28" fmla="*/ 2890684 w 5899355"/>
              <a:gd name="connsiteY28" fmla="*/ 6617196 h 6617196"/>
              <a:gd name="connsiteX29" fmla="*/ 2241755 w 5899355"/>
              <a:gd name="connsiteY29" fmla="*/ 6617196 h 6617196"/>
              <a:gd name="connsiteX30" fmla="*/ 1769807 w 5899355"/>
              <a:gd name="connsiteY30" fmla="*/ 6617196 h 6617196"/>
              <a:gd name="connsiteX31" fmla="*/ 1120877 w 5899355"/>
              <a:gd name="connsiteY31" fmla="*/ 6617196 h 6617196"/>
              <a:gd name="connsiteX32" fmla="*/ 707923 w 5899355"/>
              <a:gd name="connsiteY32" fmla="*/ 6617196 h 6617196"/>
              <a:gd name="connsiteX33" fmla="*/ 0 w 5899355"/>
              <a:gd name="connsiteY33" fmla="*/ 6617196 h 6617196"/>
              <a:gd name="connsiteX34" fmla="*/ 0 w 5899355"/>
              <a:gd name="connsiteY34" fmla="*/ 6198107 h 6617196"/>
              <a:gd name="connsiteX35" fmla="*/ 0 w 5899355"/>
              <a:gd name="connsiteY35" fmla="*/ 5514330 h 6617196"/>
              <a:gd name="connsiteX36" fmla="*/ 0 w 5899355"/>
              <a:gd name="connsiteY36" fmla="*/ 5029069 h 6617196"/>
              <a:gd name="connsiteX37" fmla="*/ 0 w 5899355"/>
              <a:gd name="connsiteY37" fmla="*/ 4345292 h 6617196"/>
              <a:gd name="connsiteX38" fmla="*/ 0 w 5899355"/>
              <a:gd name="connsiteY38" fmla="*/ 3926203 h 6617196"/>
              <a:gd name="connsiteX39" fmla="*/ 0 w 5899355"/>
              <a:gd name="connsiteY39" fmla="*/ 3573286 h 6617196"/>
              <a:gd name="connsiteX40" fmla="*/ 0 w 5899355"/>
              <a:gd name="connsiteY40" fmla="*/ 3220369 h 6617196"/>
              <a:gd name="connsiteX41" fmla="*/ 0 w 5899355"/>
              <a:gd name="connsiteY41" fmla="*/ 2602764 h 6617196"/>
              <a:gd name="connsiteX42" fmla="*/ 0 w 5899355"/>
              <a:gd name="connsiteY42" fmla="*/ 2249847 h 6617196"/>
              <a:gd name="connsiteX43" fmla="*/ 0 w 5899355"/>
              <a:gd name="connsiteY43" fmla="*/ 1698414 h 6617196"/>
              <a:gd name="connsiteX44" fmla="*/ 0 w 5899355"/>
              <a:gd name="connsiteY44" fmla="*/ 1279325 h 6617196"/>
              <a:gd name="connsiteX45" fmla="*/ 0 w 5899355"/>
              <a:gd name="connsiteY45" fmla="*/ 727892 h 6617196"/>
              <a:gd name="connsiteX46" fmla="*/ 0 w 5899355"/>
              <a:gd name="connsiteY46" fmla="*/ 0 h 661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899355" h="6617196" extrusionOk="0">
                <a:moveTo>
                  <a:pt x="0" y="0"/>
                </a:moveTo>
                <a:cubicBezTo>
                  <a:pt x="186395" y="-37897"/>
                  <a:pt x="290107" y="36792"/>
                  <a:pt x="530942" y="0"/>
                </a:cubicBezTo>
                <a:cubicBezTo>
                  <a:pt x="771777" y="-36792"/>
                  <a:pt x="843513" y="34641"/>
                  <a:pt x="943897" y="0"/>
                </a:cubicBezTo>
                <a:cubicBezTo>
                  <a:pt x="1044282" y="-34641"/>
                  <a:pt x="1407895" y="77995"/>
                  <a:pt x="1651819" y="0"/>
                </a:cubicBezTo>
                <a:cubicBezTo>
                  <a:pt x="1895743" y="-77995"/>
                  <a:pt x="1977204" y="49735"/>
                  <a:pt x="2182761" y="0"/>
                </a:cubicBezTo>
                <a:cubicBezTo>
                  <a:pt x="2388318" y="-49735"/>
                  <a:pt x="2499309" y="9381"/>
                  <a:pt x="2713703" y="0"/>
                </a:cubicBezTo>
                <a:cubicBezTo>
                  <a:pt x="2928097" y="-9381"/>
                  <a:pt x="3148669" y="67051"/>
                  <a:pt x="3421626" y="0"/>
                </a:cubicBezTo>
                <a:cubicBezTo>
                  <a:pt x="3694583" y="-67051"/>
                  <a:pt x="3745431" y="43966"/>
                  <a:pt x="3893574" y="0"/>
                </a:cubicBezTo>
                <a:cubicBezTo>
                  <a:pt x="4041717" y="-43966"/>
                  <a:pt x="4440029" y="69798"/>
                  <a:pt x="4601497" y="0"/>
                </a:cubicBezTo>
                <a:cubicBezTo>
                  <a:pt x="4762965" y="-69798"/>
                  <a:pt x="5032291" y="60398"/>
                  <a:pt x="5309420" y="0"/>
                </a:cubicBezTo>
                <a:cubicBezTo>
                  <a:pt x="5586549" y="-60398"/>
                  <a:pt x="5683703" y="53091"/>
                  <a:pt x="5899355" y="0"/>
                </a:cubicBezTo>
                <a:cubicBezTo>
                  <a:pt x="5944235" y="225626"/>
                  <a:pt x="5844317" y="400334"/>
                  <a:pt x="5899355" y="683777"/>
                </a:cubicBezTo>
                <a:cubicBezTo>
                  <a:pt x="5954393" y="967220"/>
                  <a:pt x="5885693" y="1161271"/>
                  <a:pt x="5899355" y="1301382"/>
                </a:cubicBezTo>
                <a:cubicBezTo>
                  <a:pt x="5913017" y="1441493"/>
                  <a:pt x="5859787" y="1550275"/>
                  <a:pt x="5899355" y="1654299"/>
                </a:cubicBezTo>
                <a:cubicBezTo>
                  <a:pt x="5938923" y="1758323"/>
                  <a:pt x="5878511" y="1979201"/>
                  <a:pt x="5899355" y="2205732"/>
                </a:cubicBezTo>
                <a:cubicBezTo>
                  <a:pt x="5920199" y="2432263"/>
                  <a:pt x="5890722" y="2595696"/>
                  <a:pt x="5899355" y="2757165"/>
                </a:cubicBezTo>
                <a:cubicBezTo>
                  <a:pt x="5907988" y="2918634"/>
                  <a:pt x="5895023" y="3175398"/>
                  <a:pt x="5899355" y="3308598"/>
                </a:cubicBezTo>
                <a:cubicBezTo>
                  <a:pt x="5903687" y="3441798"/>
                  <a:pt x="5888729" y="3663489"/>
                  <a:pt x="5899355" y="3926203"/>
                </a:cubicBezTo>
                <a:cubicBezTo>
                  <a:pt x="5909981" y="4188918"/>
                  <a:pt x="5863176" y="4258443"/>
                  <a:pt x="5899355" y="4543808"/>
                </a:cubicBezTo>
                <a:cubicBezTo>
                  <a:pt x="5935534" y="4829173"/>
                  <a:pt x="5879055" y="4883691"/>
                  <a:pt x="5899355" y="5161413"/>
                </a:cubicBezTo>
                <a:cubicBezTo>
                  <a:pt x="5919655" y="5439136"/>
                  <a:pt x="5891396" y="5371726"/>
                  <a:pt x="5899355" y="5514330"/>
                </a:cubicBezTo>
                <a:cubicBezTo>
                  <a:pt x="5907314" y="5656934"/>
                  <a:pt x="5868631" y="5804420"/>
                  <a:pt x="5899355" y="5933419"/>
                </a:cubicBezTo>
                <a:cubicBezTo>
                  <a:pt x="5930079" y="6062418"/>
                  <a:pt x="5898083" y="6417501"/>
                  <a:pt x="5899355" y="6617196"/>
                </a:cubicBezTo>
                <a:cubicBezTo>
                  <a:pt x="5670827" y="6674629"/>
                  <a:pt x="5563034" y="6566479"/>
                  <a:pt x="5368413" y="6617196"/>
                </a:cubicBezTo>
                <a:cubicBezTo>
                  <a:pt x="5173792" y="6667913"/>
                  <a:pt x="5036792" y="6588214"/>
                  <a:pt x="4778478" y="6617196"/>
                </a:cubicBezTo>
                <a:cubicBezTo>
                  <a:pt x="4520165" y="6646178"/>
                  <a:pt x="4449179" y="6601118"/>
                  <a:pt x="4365523" y="6617196"/>
                </a:cubicBezTo>
                <a:cubicBezTo>
                  <a:pt x="4281868" y="6633274"/>
                  <a:pt x="4056894" y="6591274"/>
                  <a:pt x="3952568" y="6617196"/>
                </a:cubicBezTo>
                <a:cubicBezTo>
                  <a:pt x="3848242" y="6643118"/>
                  <a:pt x="3617914" y="6614252"/>
                  <a:pt x="3362632" y="6617196"/>
                </a:cubicBezTo>
                <a:cubicBezTo>
                  <a:pt x="3107350" y="6620140"/>
                  <a:pt x="3039308" y="6586048"/>
                  <a:pt x="2890684" y="6617196"/>
                </a:cubicBezTo>
                <a:cubicBezTo>
                  <a:pt x="2742060" y="6648344"/>
                  <a:pt x="2473697" y="6617098"/>
                  <a:pt x="2241755" y="6617196"/>
                </a:cubicBezTo>
                <a:cubicBezTo>
                  <a:pt x="2009813" y="6617294"/>
                  <a:pt x="1932738" y="6561955"/>
                  <a:pt x="1769807" y="6617196"/>
                </a:cubicBezTo>
                <a:cubicBezTo>
                  <a:pt x="1606876" y="6672437"/>
                  <a:pt x="1255879" y="6563282"/>
                  <a:pt x="1120877" y="6617196"/>
                </a:cubicBezTo>
                <a:cubicBezTo>
                  <a:pt x="985875" y="6671110"/>
                  <a:pt x="872435" y="6594508"/>
                  <a:pt x="707923" y="6617196"/>
                </a:cubicBezTo>
                <a:cubicBezTo>
                  <a:pt x="543411" y="6639884"/>
                  <a:pt x="186450" y="6592468"/>
                  <a:pt x="0" y="6617196"/>
                </a:cubicBezTo>
                <a:cubicBezTo>
                  <a:pt x="-40574" y="6427778"/>
                  <a:pt x="48831" y="6324457"/>
                  <a:pt x="0" y="6198107"/>
                </a:cubicBezTo>
                <a:cubicBezTo>
                  <a:pt x="-48831" y="6071757"/>
                  <a:pt x="64347" y="5713544"/>
                  <a:pt x="0" y="5514330"/>
                </a:cubicBezTo>
                <a:cubicBezTo>
                  <a:pt x="-64347" y="5315116"/>
                  <a:pt x="30412" y="5201782"/>
                  <a:pt x="0" y="5029069"/>
                </a:cubicBezTo>
                <a:cubicBezTo>
                  <a:pt x="-30412" y="4856356"/>
                  <a:pt x="20533" y="4635537"/>
                  <a:pt x="0" y="4345292"/>
                </a:cubicBezTo>
                <a:cubicBezTo>
                  <a:pt x="-20533" y="4055047"/>
                  <a:pt x="35743" y="4043671"/>
                  <a:pt x="0" y="3926203"/>
                </a:cubicBezTo>
                <a:cubicBezTo>
                  <a:pt x="-35743" y="3808735"/>
                  <a:pt x="29654" y="3645560"/>
                  <a:pt x="0" y="3573286"/>
                </a:cubicBezTo>
                <a:cubicBezTo>
                  <a:pt x="-29654" y="3501012"/>
                  <a:pt x="33424" y="3312323"/>
                  <a:pt x="0" y="3220369"/>
                </a:cubicBezTo>
                <a:cubicBezTo>
                  <a:pt x="-33424" y="3128415"/>
                  <a:pt x="33761" y="2875709"/>
                  <a:pt x="0" y="2602764"/>
                </a:cubicBezTo>
                <a:cubicBezTo>
                  <a:pt x="-33761" y="2329820"/>
                  <a:pt x="13794" y="2357236"/>
                  <a:pt x="0" y="2249847"/>
                </a:cubicBezTo>
                <a:cubicBezTo>
                  <a:pt x="-13794" y="2142458"/>
                  <a:pt x="45781" y="1946532"/>
                  <a:pt x="0" y="1698414"/>
                </a:cubicBezTo>
                <a:cubicBezTo>
                  <a:pt x="-45781" y="1450296"/>
                  <a:pt x="7307" y="1482156"/>
                  <a:pt x="0" y="1279325"/>
                </a:cubicBezTo>
                <a:cubicBezTo>
                  <a:pt x="-7307" y="1076494"/>
                  <a:pt x="46091" y="956543"/>
                  <a:pt x="0" y="727892"/>
                </a:cubicBezTo>
                <a:cubicBezTo>
                  <a:pt x="-46091" y="499241"/>
                  <a:pt x="45941" y="346662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What is wrong with the program (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given in </a:t>
            </a: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Code #1)? Explain. </a:t>
            </a:r>
          </a:p>
          <a:p>
            <a:endParaRPr lang="en-US" sz="14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 Implement a class to represent a dynamic array of circles (definition given in Code #2). The class should have the following public methods: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void add(const Circle &amp; c);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  void get(int index, Circle &amp; c);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  int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getsize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();</a:t>
            </a:r>
            <a:endParaRPr lang="en-US" sz="2000" dirty="0">
              <a:solidFill>
                <a:srgbClr val="0070C0"/>
              </a:solidFill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  <a:ea typeface="DejaVu Sans"/>
                <a:cs typeface="DejaVu Sans"/>
              </a:rPr>
              <a:t>You should start with a default constructor where the array size and other things are initialized.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add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 method should add new circle to the object (incrementing the current array size one at a time).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get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 method should return the given index entity (make sure you handle incorrect indexing). Finally,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getsize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ea typeface="DejaVu Sans"/>
                <a:cs typeface="DejaVu Sans"/>
              </a:rPr>
              <a:t> 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should return the current number of circles in the array.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Liberation Serif"/>
                <a:ea typeface="DejaVu Sans"/>
                <a:cs typeface="DejaVu Sans"/>
              </a:rPr>
              <a:t>Do not use std::Vector or any other ready to user dynamic array objects in your implementation.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04146-BAC6-6D73-DD25-D508C4BD5590}"/>
              </a:ext>
            </a:extLst>
          </p:cNvPr>
          <p:cNvSpPr txBox="1"/>
          <p:nvPr/>
        </p:nvSpPr>
        <p:spPr>
          <a:xfrm>
            <a:off x="340354" y="111671"/>
            <a:ext cx="5474036" cy="3600986"/>
          </a:xfrm>
          <a:custGeom>
            <a:avLst/>
            <a:gdLst>
              <a:gd name="connsiteX0" fmla="*/ 0 w 5474036"/>
              <a:gd name="connsiteY0" fmla="*/ 0 h 3600986"/>
              <a:gd name="connsiteX1" fmla="*/ 738995 w 5474036"/>
              <a:gd name="connsiteY1" fmla="*/ 0 h 3600986"/>
              <a:gd name="connsiteX2" fmla="*/ 1259028 w 5474036"/>
              <a:gd name="connsiteY2" fmla="*/ 0 h 3600986"/>
              <a:gd name="connsiteX3" fmla="*/ 1888542 w 5474036"/>
              <a:gd name="connsiteY3" fmla="*/ 0 h 3600986"/>
              <a:gd name="connsiteX4" fmla="*/ 2408576 w 5474036"/>
              <a:gd name="connsiteY4" fmla="*/ 0 h 3600986"/>
              <a:gd name="connsiteX5" fmla="*/ 3202311 w 5474036"/>
              <a:gd name="connsiteY5" fmla="*/ 0 h 3600986"/>
              <a:gd name="connsiteX6" fmla="*/ 3722344 w 5474036"/>
              <a:gd name="connsiteY6" fmla="*/ 0 h 3600986"/>
              <a:gd name="connsiteX7" fmla="*/ 4297118 w 5474036"/>
              <a:gd name="connsiteY7" fmla="*/ 0 h 3600986"/>
              <a:gd name="connsiteX8" fmla="*/ 4871892 w 5474036"/>
              <a:gd name="connsiteY8" fmla="*/ 0 h 3600986"/>
              <a:gd name="connsiteX9" fmla="*/ 5474036 w 5474036"/>
              <a:gd name="connsiteY9" fmla="*/ 0 h 3600986"/>
              <a:gd name="connsiteX10" fmla="*/ 5474036 w 5474036"/>
              <a:gd name="connsiteY10" fmla="*/ 600164 h 3600986"/>
              <a:gd name="connsiteX11" fmla="*/ 5474036 w 5474036"/>
              <a:gd name="connsiteY11" fmla="*/ 1164319 h 3600986"/>
              <a:gd name="connsiteX12" fmla="*/ 5474036 w 5474036"/>
              <a:gd name="connsiteY12" fmla="*/ 1764483 h 3600986"/>
              <a:gd name="connsiteX13" fmla="*/ 5474036 w 5474036"/>
              <a:gd name="connsiteY13" fmla="*/ 2292628 h 3600986"/>
              <a:gd name="connsiteX14" fmla="*/ 5474036 w 5474036"/>
              <a:gd name="connsiteY14" fmla="*/ 2784763 h 3600986"/>
              <a:gd name="connsiteX15" fmla="*/ 5474036 w 5474036"/>
              <a:gd name="connsiteY15" fmla="*/ 3600986 h 3600986"/>
              <a:gd name="connsiteX16" fmla="*/ 4844522 w 5474036"/>
              <a:gd name="connsiteY16" fmla="*/ 3600986 h 3600986"/>
              <a:gd name="connsiteX17" fmla="*/ 4160267 w 5474036"/>
              <a:gd name="connsiteY17" fmla="*/ 3600986 h 3600986"/>
              <a:gd name="connsiteX18" fmla="*/ 3640234 w 5474036"/>
              <a:gd name="connsiteY18" fmla="*/ 3600986 h 3600986"/>
              <a:gd name="connsiteX19" fmla="*/ 2955979 w 5474036"/>
              <a:gd name="connsiteY19" fmla="*/ 3600986 h 3600986"/>
              <a:gd name="connsiteX20" fmla="*/ 2216985 w 5474036"/>
              <a:gd name="connsiteY20" fmla="*/ 3600986 h 3600986"/>
              <a:gd name="connsiteX21" fmla="*/ 1696951 w 5474036"/>
              <a:gd name="connsiteY21" fmla="*/ 3600986 h 3600986"/>
              <a:gd name="connsiteX22" fmla="*/ 1176918 w 5474036"/>
              <a:gd name="connsiteY22" fmla="*/ 3600986 h 3600986"/>
              <a:gd name="connsiteX23" fmla="*/ 0 w 5474036"/>
              <a:gd name="connsiteY23" fmla="*/ 3600986 h 3600986"/>
              <a:gd name="connsiteX24" fmla="*/ 0 w 5474036"/>
              <a:gd name="connsiteY24" fmla="*/ 2964812 h 3600986"/>
              <a:gd name="connsiteX25" fmla="*/ 0 w 5474036"/>
              <a:gd name="connsiteY25" fmla="*/ 2436667 h 3600986"/>
              <a:gd name="connsiteX26" fmla="*/ 0 w 5474036"/>
              <a:gd name="connsiteY26" fmla="*/ 1872513 h 3600986"/>
              <a:gd name="connsiteX27" fmla="*/ 0 w 5474036"/>
              <a:gd name="connsiteY27" fmla="*/ 1380378 h 3600986"/>
              <a:gd name="connsiteX28" fmla="*/ 0 w 5474036"/>
              <a:gd name="connsiteY28" fmla="*/ 852233 h 3600986"/>
              <a:gd name="connsiteX29" fmla="*/ 0 w 5474036"/>
              <a:gd name="connsiteY29" fmla="*/ 0 h 3600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474036" h="3600986" extrusionOk="0">
                <a:moveTo>
                  <a:pt x="0" y="0"/>
                </a:moveTo>
                <a:cubicBezTo>
                  <a:pt x="369337" y="5613"/>
                  <a:pt x="578167" y="-12975"/>
                  <a:pt x="738995" y="0"/>
                </a:cubicBezTo>
                <a:cubicBezTo>
                  <a:pt x="899824" y="12975"/>
                  <a:pt x="1032855" y="3617"/>
                  <a:pt x="1259028" y="0"/>
                </a:cubicBezTo>
                <a:cubicBezTo>
                  <a:pt x="1485201" y="-3617"/>
                  <a:pt x="1667890" y="-14652"/>
                  <a:pt x="1888542" y="0"/>
                </a:cubicBezTo>
                <a:cubicBezTo>
                  <a:pt x="2109194" y="14652"/>
                  <a:pt x="2218092" y="25185"/>
                  <a:pt x="2408576" y="0"/>
                </a:cubicBezTo>
                <a:cubicBezTo>
                  <a:pt x="2599060" y="-25185"/>
                  <a:pt x="3025509" y="-28148"/>
                  <a:pt x="3202311" y="0"/>
                </a:cubicBezTo>
                <a:cubicBezTo>
                  <a:pt x="3379114" y="28148"/>
                  <a:pt x="3507672" y="-15203"/>
                  <a:pt x="3722344" y="0"/>
                </a:cubicBezTo>
                <a:cubicBezTo>
                  <a:pt x="3937016" y="15203"/>
                  <a:pt x="4126272" y="-25141"/>
                  <a:pt x="4297118" y="0"/>
                </a:cubicBezTo>
                <a:cubicBezTo>
                  <a:pt x="4467964" y="25141"/>
                  <a:pt x="4691816" y="-22234"/>
                  <a:pt x="4871892" y="0"/>
                </a:cubicBezTo>
                <a:cubicBezTo>
                  <a:pt x="5051968" y="22234"/>
                  <a:pt x="5181284" y="-28341"/>
                  <a:pt x="5474036" y="0"/>
                </a:cubicBezTo>
                <a:cubicBezTo>
                  <a:pt x="5489831" y="249585"/>
                  <a:pt x="5447090" y="321756"/>
                  <a:pt x="5474036" y="600164"/>
                </a:cubicBezTo>
                <a:cubicBezTo>
                  <a:pt x="5500982" y="878572"/>
                  <a:pt x="5496337" y="986216"/>
                  <a:pt x="5474036" y="1164319"/>
                </a:cubicBezTo>
                <a:cubicBezTo>
                  <a:pt x="5451735" y="1342422"/>
                  <a:pt x="5480261" y="1574147"/>
                  <a:pt x="5474036" y="1764483"/>
                </a:cubicBezTo>
                <a:cubicBezTo>
                  <a:pt x="5467811" y="1954819"/>
                  <a:pt x="5449423" y="2149815"/>
                  <a:pt x="5474036" y="2292628"/>
                </a:cubicBezTo>
                <a:cubicBezTo>
                  <a:pt x="5498649" y="2435442"/>
                  <a:pt x="5456936" y="2555218"/>
                  <a:pt x="5474036" y="2784763"/>
                </a:cubicBezTo>
                <a:cubicBezTo>
                  <a:pt x="5491136" y="3014309"/>
                  <a:pt x="5498990" y="3313136"/>
                  <a:pt x="5474036" y="3600986"/>
                </a:cubicBezTo>
                <a:cubicBezTo>
                  <a:pt x="5315147" y="3587334"/>
                  <a:pt x="4974997" y="3618529"/>
                  <a:pt x="4844522" y="3600986"/>
                </a:cubicBezTo>
                <a:cubicBezTo>
                  <a:pt x="4714047" y="3583443"/>
                  <a:pt x="4447123" y="3625388"/>
                  <a:pt x="4160267" y="3600986"/>
                </a:cubicBezTo>
                <a:cubicBezTo>
                  <a:pt x="3873412" y="3576584"/>
                  <a:pt x="3868711" y="3626045"/>
                  <a:pt x="3640234" y="3600986"/>
                </a:cubicBezTo>
                <a:cubicBezTo>
                  <a:pt x="3411757" y="3575927"/>
                  <a:pt x="3149619" y="3621852"/>
                  <a:pt x="2955979" y="3600986"/>
                </a:cubicBezTo>
                <a:cubicBezTo>
                  <a:pt x="2762340" y="3580120"/>
                  <a:pt x="2562760" y="3623255"/>
                  <a:pt x="2216985" y="3600986"/>
                </a:cubicBezTo>
                <a:cubicBezTo>
                  <a:pt x="1871210" y="3578717"/>
                  <a:pt x="1821738" y="3618526"/>
                  <a:pt x="1696951" y="3600986"/>
                </a:cubicBezTo>
                <a:cubicBezTo>
                  <a:pt x="1572164" y="3583446"/>
                  <a:pt x="1322426" y="3606224"/>
                  <a:pt x="1176918" y="3600986"/>
                </a:cubicBezTo>
                <a:cubicBezTo>
                  <a:pt x="1031410" y="3595748"/>
                  <a:pt x="286603" y="3579366"/>
                  <a:pt x="0" y="3600986"/>
                </a:cubicBezTo>
                <a:cubicBezTo>
                  <a:pt x="-6143" y="3341665"/>
                  <a:pt x="28693" y="3244305"/>
                  <a:pt x="0" y="2964812"/>
                </a:cubicBezTo>
                <a:cubicBezTo>
                  <a:pt x="-28693" y="2685319"/>
                  <a:pt x="9923" y="2656500"/>
                  <a:pt x="0" y="2436667"/>
                </a:cubicBezTo>
                <a:cubicBezTo>
                  <a:pt x="-9923" y="2216835"/>
                  <a:pt x="-20556" y="2061836"/>
                  <a:pt x="0" y="1872513"/>
                </a:cubicBezTo>
                <a:cubicBezTo>
                  <a:pt x="20556" y="1683190"/>
                  <a:pt x="7287" y="1577362"/>
                  <a:pt x="0" y="1380378"/>
                </a:cubicBezTo>
                <a:cubicBezTo>
                  <a:pt x="-7287" y="1183394"/>
                  <a:pt x="16103" y="1049648"/>
                  <a:pt x="0" y="852233"/>
                </a:cubicBezTo>
                <a:cubicBezTo>
                  <a:pt x="-16103" y="654818"/>
                  <a:pt x="-37132" y="347967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661595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u="sng" kern="15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Code #1:</a:t>
            </a:r>
          </a:p>
          <a:p>
            <a:pPr>
              <a:buNone/>
            </a:pP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using namespace std;</a:t>
            </a:r>
          </a:p>
          <a:p>
            <a:pPr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int *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int </a:t>
            </a:r>
            <a:r>
              <a:rPr lang="en-US" dirty="0" err="1">
                <a:latin typeface="Consolas" panose="020B0609020204030204" pitchFamily="49" charset="0"/>
              </a:rPr>
              <a:t>ia</a:t>
            </a:r>
            <a:r>
              <a:rPr lang="en-US" dirty="0">
                <a:latin typeface="Consolas" panose="020B0609020204030204" pitchFamily="49" charset="0"/>
              </a:rPr>
              <a:t>[4] = {1,2,3,4};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ip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ia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effectLst/>
                <a:latin typeface="Consolas" panose="020B0609020204030204" pitchFamily="49" charset="0"/>
              </a:rPr>
              <a:t>[2</a:t>
            </a:r>
            <a:r>
              <a:rPr lang="en-US" dirty="0">
                <a:latin typeface="Consolas" panose="020B0609020204030204" pitchFamily="49" charset="0"/>
              </a:rPr>
              <a:t>] *= 2;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ip</a:t>
            </a:r>
            <a:r>
              <a:rPr lang="en-US" dirty="0">
                <a:latin typeface="Consolas" panose="020B0609020204030204" pitchFamily="49" charset="0"/>
              </a:rPr>
              <a:t> = new int[4];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ia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ip</a:t>
            </a:r>
            <a:r>
              <a:rPr lang="en-US" dirty="0">
                <a:latin typeface="Consolas" panose="020B0609020204030204" pitchFamily="49" charset="0"/>
              </a:rPr>
              <a:t>;</a:t>
            </a: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C2F13-EAF3-16B5-EF8B-7129B96228A6}"/>
              </a:ext>
            </a:extLst>
          </p:cNvPr>
          <p:cNvSpPr txBox="1"/>
          <p:nvPr/>
        </p:nvSpPr>
        <p:spPr>
          <a:xfrm>
            <a:off x="340353" y="3915362"/>
            <a:ext cx="5543612" cy="2769989"/>
          </a:xfrm>
          <a:custGeom>
            <a:avLst/>
            <a:gdLst>
              <a:gd name="connsiteX0" fmla="*/ 0 w 5543612"/>
              <a:gd name="connsiteY0" fmla="*/ 0 h 2769989"/>
              <a:gd name="connsiteX1" fmla="*/ 637515 w 5543612"/>
              <a:gd name="connsiteY1" fmla="*/ 0 h 2769989"/>
              <a:gd name="connsiteX2" fmla="*/ 1164159 w 5543612"/>
              <a:gd name="connsiteY2" fmla="*/ 0 h 2769989"/>
              <a:gd name="connsiteX3" fmla="*/ 1967982 w 5543612"/>
              <a:gd name="connsiteY3" fmla="*/ 0 h 2769989"/>
              <a:gd name="connsiteX4" fmla="*/ 2605498 w 5543612"/>
              <a:gd name="connsiteY4" fmla="*/ 0 h 2769989"/>
              <a:gd name="connsiteX5" fmla="*/ 3243013 w 5543612"/>
              <a:gd name="connsiteY5" fmla="*/ 0 h 2769989"/>
              <a:gd name="connsiteX6" fmla="*/ 4046837 w 5543612"/>
              <a:gd name="connsiteY6" fmla="*/ 0 h 2769989"/>
              <a:gd name="connsiteX7" fmla="*/ 4628916 w 5543612"/>
              <a:gd name="connsiteY7" fmla="*/ 0 h 2769989"/>
              <a:gd name="connsiteX8" fmla="*/ 5543612 w 5543612"/>
              <a:gd name="connsiteY8" fmla="*/ 0 h 2769989"/>
              <a:gd name="connsiteX9" fmla="*/ 5543612 w 5543612"/>
              <a:gd name="connsiteY9" fmla="*/ 747897 h 2769989"/>
              <a:gd name="connsiteX10" fmla="*/ 5543612 w 5543612"/>
              <a:gd name="connsiteY10" fmla="*/ 1384995 h 2769989"/>
              <a:gd name="connsiteX11" fmla="*/ 5543612 w 5543612"/>
              <a:gd name="connsiteY11" fmla="*/ 2077492 h 2769989"/>
              <a:gd name="connsiteX12" fmla="*/ 5543612 w 5543612"/>
              <a:gd name="connsiteY12" fmla="*/ 2769989 h 2769989"/>
              <a:gd name="connsiteX13" fmla="*/ 5016969 w 5543612"/>
              <a:gd name="connsiteY13" fmla="*/ 2769989 h 2769989"/>
              <a:gd name="connsiteX14" fmla="*/ 4213145 w 5543612"/>
              <a:gd name="connsiteY14" fmla="*/ 2769989 h 2769989"/>
              <a:gd name="connsiteX15" fmla="*/ 3631066 w 5543612"/>
              <a:gd name="connsiteY15" fmla="*/ 2769989 h 2769989"/>
              <a:gd name="connsiteX16" fmla="*/ 2938114 w 5543612"/>
              <a:gd name="connsiteY16" fmla="*/ 2769989 h 2769989"/>
              <a:gd name="connsiteX17" fmla="*/ 2134291 w 5543612"/>
              <a:gd name="connsiteY17" fmla="*/ 2769989 h 2769989"/>
              <a:gd name="connsiteX18" fmla="*/ 1441339 w 5543612"/>
              <a:gd name="connsiteY18" fmla="*/ 2769989 h 2769989"/>
              <a:gd name="connsiteX19" fmla="*/ 914696 w 5543612"/>
              <a:gd name="connsiteY19" fmla="*/ 2769989 h 2769989"/>
              <a:gd name="connsiteX20" fmla="*/ 0 w 5543612"/>
              <a:gd name="connsiteY20" fmla="*/ 2769989 h 2769989"/>
              <a:gd name="connsiteX21" fmla="*/ 0 w 5543612"/>
              <a:gd name="connsiteY21" fmla="*/ 2022092 h 2769989"/>
              <a:gd name="connsiteX22" fmla="*/ 0 w 5543612"/>
              <a:gd name="connsiteY22" fmla="*/ 1274195 h 2769989"/>
              <a:gd name="connsiteX23" fmla="*/ 0 w 5543612"/>
              <a:gd name="connsiteY23" fmla="*/ 0 h 276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543612" h="2769989" extrusionOk="0">
                <a:moveTo>
                  <a:pt x="0" y="0"/>
                </a:moveTo>
                <a:cubicBezTo>
                  <a:pt x="316522" y="-6234"/>
                  <a:pt x="451984" y="-11117"/>
                  <a:pt x="637515" y="0"/>
                </a:cubicBezTo>
                <a:cubicBezTo>
                  <a:pt x="823046" y="11117"/>
                  <a:pt x="959882" y="17125"/>
                  <a:pt x="1164159" y="0"/>
                </a:cubicBezTo>
                <a:cubicBezTo>
                  <a:pt x="1368436" y="-17125"/>
                  <a:pt x="1715749" y="-26211"/>
                  <a:pt x="1967982" y="0"/>
                </a:cubicBezTo>
                <a:cubicBezTo>
                  <a:pt x="2220215" y="26211"/>
                  <a:pt x="2403706" y="11420"/>
                  <a:pt x="2605498" y="0"/>
                </a:cubicBezTo>
                <a:cubicBezTo>
                  <a:pt x="2807290" y="-11420"/>
                  <a:pt x="2997406" y="-28489"/>
                  <a:pt x="3243013" y="0"/>
                </a:cubicBezTo>
                <a:cubicBezTo>
                  <a:pt x="3488621" y="28489"/>
                  <a:pt x="3761375" y="-12008"/>
                  <a:pt x="4046837" y="0"/>
                </a:cubicBezTo>
                <a:cubicBezTo>
                  <a:pt x="4332299" y="12008"/>
                  <a:pt x="4495467" y="15287"/>
                  <a:pt x="4628916" y="0"/>
                </a:cubicBezTo>
                <a:cubicBezTo>
                  <a:pt x="4762365" y="-15287"/>
                  <a:pt x="5357419" y="4369"/>
                  <a:pt x="5543612" y="0"/>
                </a:cubicBezTo>
                <a:cubicBezTo>
                  <a:pt x="5547811" y="213228"/>
                  <a:pt x="5564292" y="582071"/>
                  <a:pt x="5543612" y="747897"/>
                </a:cubicBezTo>
                <a:cubicBezTo>
                  <a:pt x="5522932" y="913723"/>
                  <a:pt x="5540831" y="1186419"/>
                  <a:pt x="5543612" y="1384995"/>
                </a:cubicBezTo>
                <a:cubicBezTo>
                  <a:pt x="5546393" y="1583571"/>
                  <a:pt x="5542817" y="1864407"/>
                  <a:pt x="5543612" y="2077492"/>
                </a:cubicBezTo>
                <a:cubicBezTo>
                  <a:pt x="5544407" y="2290577"/>
                  <a:pt x="5575737" y="2588846"/>
                  <a:pt x="5543612" y="2769989"/>
                </a:cubicBezTo>
                <a:cubicBezTo>
                  <a:pt x="5341973" y="2774578"/>
                  <a:pt x="5175649" y="2789802"/>
                  <a:pt x="5016969" y="2769989"/>
                </a:cubicBezTo>
                <a:cubicBezTo>
                  <a:pt x="4858289" y="2750176"/>
                  <a:pt x="4381042" y="2743928"/>
                  <a:pt x="4213145" y="2769989"/>
                </a:cubicBezTo>
                <a:cubicBezTo>
                  <a:pt x="4045248" y="2796050"/>
                  <a:pt x="3848544" y="2747379"/>
                  <a:pt x="3631066" y="2769989"/>
                </a:cubicBezTo>
                <a:cubicBezTo>
                  <a:pt x="3413588" y="2792599"/>
                  <a:pt x="3239415" y="2763730"/>
                  <a:pt x="2938114" y="2769989"/>
                </a:cubicBezTo>
                <a:cubicBezTo>
                  <a:pt x="2636813" y="2776248"/>
                  <a:pt x="2535566" y="2768744"/>
                  <a:pt x="2134291" y="2769989"/>
                </a:cubicBezTo>
                <a:cubicBezTo>
                  <a:pt x="1733016" y="2771234"/>
                  <a:pt x="1677599" y="2765647"/>
                  <a:pt x="1441339" y="2769989"/>
                </a:cubicBezTo>
                <a:cubicBezTo>
                  <a:pt x="1205079" y="2774331"/>
                  <a:pt x="1131234" y="2786299"/>
                  <a:pt x="914696" y="2769989"/>
                </a:cubicBezTo>
                <a:cubicBezTo>
                  <a:pt x="698158" y="2753679"/>
                  <a:pt x="193908" y="2767140"/>
                  <a:pt x="0" y="2769989"/>
                </a:cubicBezTo>
                <a:cubicBezTo>
                  <a:pt x="19760" y="2540501"/>
                  <a:pt x="28712" y="2277197"/>
                  <a:pt x="0" y="2022092"/>
                </a:cubicBezTo>
                <a:cubicBezTo>
                  <a:pt x="-28712" y="1766987"/>
                  <a:pt x="-31241" y="1596679"/>
                  <a:pt x="0" y="1274195"/>
                </a:cubicBezTo>
                <a:cubicBezTo>
                  <a:pt x="31241" y="951711"/>
                  <a:pt x="2864" y="561105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US" u="sng" kern="15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Code #2:</a:t>
            </a:r>
          </a:p>
          <a:p>
            <a:pPr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class Circle {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pt-BR" dirty="0">
                <a:latin typeface="Consolas" panose="020B0609020204030204" pitchFamily="49" charset="0"/>
              </a:rPr>
              <a:t>Circle() { xc = 0; yc = 0; r = 0; }</a:t>
            </a:r>
          </a:p>
          <a:p>
            <a:pPr>
              <a:buNone/>
            </a:pPr>
            <a:r>
              <a:rPr lang="pt-BR" dirty="0">
                <a:latin typeface="Consolas" panose="020B0609020204030204" pitchFamily="49" charset="0"/>
              </a:rPr>
              <a:t>  </a:t>
            </a:r>
            <a:r>
              <a:rPr lang="fr-FR" dirty="0">
                <a:latin typeface="Consolas" panose="020B0609020204030204" pitchFamily="49" charset="0"/>
              </a:rPr>
              <a:t>Circle(double x, double y, double rad)…</a:t>
            </a:r>
            <a:endParaRPr lang="pt-BR" dirty="0"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get(double &amp;xc, double &amp;</a:t>
            </a:r>
            <a:r>
              <a:rPr lang="en-US" dirty="0" err="1">
                <a:latin typeface="Consolas" panose="020B0609020204030204" pitchFamily="49" charset="0"/>
              </a:rPr>
              <a:t>yc</a:t>
            </a:r>
            <a:r>
              <a:rPr lang="en-US" dirty="0">
                <a:latin typeface="Consolas" panose="020B0609020204030204" pitchFamily="49" charset="0"/>
              </a:rPr>
              <a:t>, double &amp;r);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set(</a:t>
            </a:r>
            <a:r>
              <a:rPr lang="en-US" dirty="0">
                <a:latin typeface="Consolas" panose="020B0609020204030204" pitchFamily="49" charset="0"/>
              </a:rPr>
              <a:t>double xc, double </a:t>
            </a:r>
            <a:r>
              <a:rPr lang="en-US" dirty="0" err="1">
                <a:latin typeface="Consolas" panose="020B0609020204030204" pitchFamily="49" charset="0"/>
              </a:rPr>
              <a:t>yc</a:t>
            </a:r>
            <a:r>
              <a:rPr lang="en-US" dirty="0">
                <a:latin typeface="Consolas" panose="020B0609020204030204" pitchFamily="49" charset="0"/>
              </a:rPr>
              <a:t>, double r);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void print();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0" ma:contentTypeDescription="Yeni belge oluşturun." ma:contentTypeScope="" ma:versionID="f24eb5264a216acb6eaa23edf950d8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3976cc54e553a713b593afa41ee61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C6CB22-0DE7-4765-BFB0-EC3DC4DB6976}"/>
</file>

<file path=customXml/itemProps2.xml><?xml version="1.0" encoding="utf-8"?>
<ds:datastoreItem xmlns:ds="http://schemas.openxmlformats.org/officeDocument/2006/customXml" ds:itemID="{15A0BFCB-D5E4-4A52-8D4E-74E1FAB2117C}"/>
</file>

<file path=customXml/itemProps3.xml><?xml version="1.0" encoding="utf-8"?>
<ds:datastoreItem xmlns:ds="http://schemas.openxmlformats.org/officeDocument/2006/customXml" ds:itemID="{62EB8384-B7B0-48F6-A532-FD5E3CB0077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GENÇ</cp:lastModifiedBy>
  <cp:revision>45</cp:revision>
  <dcterms:created xsi:type="dcterms:W3CDTF">2025-10-01T11:57:46Z</dcterms:created>
  <dcterms:modified xsi:type="dcterms:W3CDTF">2025-10-23T10:14:55Z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