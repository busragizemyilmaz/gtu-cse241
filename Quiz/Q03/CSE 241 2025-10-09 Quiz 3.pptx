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0194" autoAdjust="0"/>
  </p:normalViewPr>
  <p:slideViewPr>
    <p:cSldViewPr snapToGrid="0">
      <p:cViewPr varScale="1">
        <p:scale>
          <a:sx n="96" d="100"/>
          <a:sy n="96" d="100"/>
        </p:scale>
        <p:origin x="106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057F1-6E39-5558-04ED-48C2FDAD7F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D076D5-611C-F097-DFF1-EED58A47A8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114D27-F131-4AEC-BD66-F095E5331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5291D5-8CC7-60F4-A925-953F4ACC1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118DB9-6FD9-B8AD-6F12-DB2B878AB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793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51AEC-61F0-AE80-EE84-5F774C820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64F12-A7DB-24A6-AC8A-F580C0B23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EA3A0-C38F-6096-2A19-AF98DF57A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93A734-7C57-FFB2-3244-A6EB12FC6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A193A0-AF7A-6E9B-224F-5B1390233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202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CDF31-8823-DCED-27DB-34019D706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FA7B61-40EB-2343-AF16-15ECDBB151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072BE-6BB4-6DEF-5191-9A09530BB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2EED8-0CBF-6211-B5DB-D705B1A07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1AE30-19E3-0B32-6C4E-84643B813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614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73283-2BF9-B368-8F6E-F7E418455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F11AD-591C-B5D8-32CD-0F8311F5F7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471AB8-889B-A0CF-D468-E47CF157CD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364F57-3321-E4F6-B962-3E503C28A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2FB78D-7295-957D-0A09-CFB3E179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FA4BA6-1D21-1AFF-17E0-FB152E0E7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699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1CA04-C786-F038-776E-A6E6BDBF3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E2CEB3-8EA6-0C5B-30DD-B69271689F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83AF03-BAB2-8B6C-4E0D-217614AE60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69779B-0906-DCC1-0478-780F4704D3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2F6A81-288D-837D-6DEC-B0EACD5061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0A7903-0A6D-7347-C9AA-3BED10DD9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0EA6F6-D203-B907-C956-57A5B4E79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D966C8-54D3-2E2B-9CE6-054EE0891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762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F595B-77B0-BA30-4B4B-F8E90B1B3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D2BB1F-9990-5368-662E-BE4263870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022F03-16AB-0E6D-FB26-4B9FB94E7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56D932-8916-C824-D6A1-65D6423DD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633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F61858-F700-C63E-46D7-0C465F7E9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1E7157-9A8D-A2EE-95C2-A65B59BEB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E685D7-03DE-A1DC-B965-A8F65A7D9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112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B3A3D-CFBB-F644-5397-F31190FDE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9A710-A00B-DB71-B361-EC0D701512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4A10A8-BCEE-CBE3-1F18-D3C7DEF626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25EA6F-3A6C-D19F-63EB-7E8F2F694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367186-1AD7-68EC-659E-CAE3744A6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B865A4-0A9A-865B-32C9-86527B955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236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FC664-3CA0-E7FA-9006-AC53E6E5E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EC3D6F-0ED9-F669-70B4-75A40CD89D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1D8F17-EA93-0AD5-FD4C-B2369DF19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A059C0-1455-7196-D678-02E9A5A41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75A474-CB62-48A1-CF77-E35D894DF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BFD8E1-E50D-73E8-FF93-5EA569767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809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B5AC4-53F6-2897-0852-03656AF95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1BAB6F-E95A-118E-28C8-2A96A5117D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6B8C39-5F3E-1705-871B-FF194D1CC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2EA283-CF15-90F2-6580-CFD86895B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6E5116-E697-41A8-FC7B-75DECB588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087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14E61B-FD89-FB9D-DC30-063CF60CDF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408BD9-ACB0-7F02-E87A-9F8C1F9743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4A0B6-C1E0-DB9C-7206-725A9B81D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214A5-9EE7-15A2-6F8A-0E4AF394F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8A9AC4-9003-FE0F-0966-26888A5F3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255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C0AD93-53ED-1F55-B504-8E2D39530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3EABDA-14FB-EF0C-9E7A-19EC7F9951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DD458-6C2C-E3A3-C6BE-C806086D73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EB10A2-3592-400F-A153-24A818005E13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D72D9-269A-96D2-9704-E5F9A2BF38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06B0DC-31A1-17DA-CF86-7ED9E89502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886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C65FB-561E-9D73-1C3A-1EF6AC2DAA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CSE 241 OOP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7D045C-061E-9E15-683A-AA17FD1AB5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2025</a:t>
            </a:r>
          </a:p>
          <a:p>
            <a:r>
              <a:rPr lang="en-US" dirty="0"/>
              <a:t>Quiz #3</a:t>
            </a:r>
          </a:p>
        </p:txBody>
      </p:sp>
    </p:spTree>
    <p:extLst>
      <p:ext uri="{BB962C8B-B14F-4D97-AF65-F5344CB8AC3E}">
        <p14:creationId xmlns:p14="http://schemas.microsoft.com/office/powerpoint/2010/main" val="1812203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E6205AC-C7F1-F914-2BA9-9FFF5C01B47F}"/>
              </a:ext>
            </a:extLst>
          </p:cNvPr>
          <p:cNvSpPr txBox="1"/>
          <p:nvPr/>
        </p:nvSpPr>
        <p:spPr>
          <a:xfrm>
            <a:off x="80280" y="137145"/>
            <a:ext cx="58616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u="sng" kern="15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Consider the following code:</a:t>
            </a:r>
            <a:endParaRPr lang="en-US" sz="2000" u="sng" kern="150" dirty="0">
              <a:solidFill>
                <a:srgbClr val="C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9E19DF-C479-8A49-FF43-AFBD6B00BF5E}"/>
              </a:ext>
            </a:extLst>
          </p:cNvPr>
          <p:cNvSpPr txBox="1"/>
          <p:nvPr/>
        </p:nvSpPr>
        <p:spPr>
          <a:xfrm>
            <a:off x="6212365" y="223004"/>
            <a:ext cx="5899355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kern="150" dirty="0">
                <a:latin typeface="Times New Roman" panose="02020603050405020304" pitchFamily="18" charset="0"/>
                <a:ea typeface="Times New Roman" panose="02020603050405020304" pitchFamily="18" charset="0"/>
              </a:rPr>
              <a:t>Part 1: </a:t>
            </a:r>
            <a:r>
              <a:rPr lang="en-US" sz="2000" dirty="0">
                <a:effectLst/>
                <a:latin typeface="Liberation Serif"/>
                <a:ea typeface="DejaVu Sans"/>
                <a:cs typeface="DejaVu Sans"/>
              </a:rPr>
              <a:t>On the fron</a:t>
            </a:r>
            <a:r>
              <a:rPr lang="en-US" sz="2000" dirty="0">
                <a:latin typeface="Liberation Serif"/>
                <a:ea typeface="DejaVu Sans"/>
                <a:cs typeface="DejaVu Sans"/>
              </a:rPr>
              <a:t>t page of your answer sheet, provide the complete declaration (header file) of the class Point. </a:t>
            </a:r>
            <a:r>
              <a:rPr lang="en-GB" sz="2000" dirty="0">
                <a:latin typeface="Liberation Serif"/>
                <a:ea typeface="DejaVu Sans"/>
                <a:cs typeface="DejaVu Sans"/>
              </a:rPr>
              <a:t>Do not use any inline member functions other than the constructors. </a:t>
            </a:r>
            <a:endParaRPr lang="en-US" sz="2000" dirty="0">
              <a:latin typeface="Liberation Serif"/>
              <a:ea typeface="DejaVu Sans"/>
              <a:cs typeface="DejaVu Sans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kern="150" dirty="0">
                <a:latin typeface="Times New Roman" panose="02020603050405020304" pitchFamily="18" charset="0"/>
                <a:ea typeface="Times New Roman" panose="02020603050405020304" pitchFamily="18" charset="0"/>
              </a:rPr>
              <a:t>Part 2: </a:t>
            </a:r>
            <a:r>
              <a:rPr lang="en-US" sz="2000" dirty="0">
                <a:latin typeface="Liberation Serif"/>
                <a:ea typeface="DejaVu Sans"/>
                <a:cs typeface="DejaVu Sans"/>
              </a:rPr>
              <a:t>On the back page of your answer sheet, provide the complete implementation of the class Point. </a:t>
            </a:r>
            <a:r>
              <a:rPr lang="en-GB" sz="2000" dirty="0">
                <a:latin typeface="Liberation Serif"/>
                <a:ea typeface="DejaVu Sans"/>
                <a:cs typeface="DejaVu Sans"/>
              </a:rPr>
              <a:t>Obey all the object-oriented programming rules we learned in the lectures. </a:t>
            </a:r>
            <a:endParaRPr lang="en-US" sz="2000" dirty="0">
              <a:latin typeface="Liberation Serif"/>
              <a:ea typeface="DejaVu Sans"/>
              <a:cs typeface="DejaVu Sans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2000" dirty="0">
              <a:effectLst/>
              <a:latin typeface="Liberation Serif"/>
              <a:ea typeface="DejaVu Sans"/>
              <a:cs typeface="DejaVu Sans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51CBFDD-A1AD-4475-2D0B-2F2051A7ECAE}"/>
              </a:ext>
            </a:extLst>
          </p:cNvPr>
          <p:cNvCxnSpPr>
            <a:cxnSpLocks/>
          </p:cNvCxnSpPr>
          <p:nvPr/>
        </p:nvCxnSpPr>
        <p:spPr>
          <a:xfrm>
            <a:off x="6096000" y="61912"/>
            <a:ext cx="0" cy="32080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DB04146-BAC6-6D73-DD25-D508C4BD5590}"/>
              </a:ext>
            </a:extLst>
          </p:cNvPr>
          <p:cNvSpPr txBox="1"/>
          <p:nvPr/>
        </p:nvSpPr>
        <p:spPr>
          <a:xfrm>
            <a:off x="234352" y="554856"/>
            <a:ext cx="7823129" cy="6201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#include &lt;iostream&gt;</a:t>
            </a:r>
          </a:p>
          <a:p>
            <a:pPr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#include "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point.h</a:t>
            </a:r>
            <a:r>
              <a:rPr lang="en-US" b="0" dirty="0">
                <a:effectLst/>
                <a:latin typeface="Consolas" panose="020B0609020204030204" pitchFamily="49" charset="0"/>
              </a:rPr>
              <a:t>"</a:t>
            </a:r>
          </a:p>
          <a:p>
            <a:pPr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using namespace std;</a:t>
            </a:r>
          </a:p>
          <a:p>
            <a:pPr>
              <a:buNone/>
            </a:pPr>
            <a:endParaRPr lang="en-US" sz="1200" b="0" dirty="0"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int main() {</a:t>
            </a:r>
          </a:p>
          <a:p>
            <a:pPr>
              <a:buNone/>
            </a:pPr>
            <a:r>
              <a:rPr lang="en-US" dirty="0">
                <a:latin typeface="Consolas" panose="020B0609020204030204" pitchFamily="49" charset="0"/>
              </a:rPr>
              <a:t>  // Two points at location (0.0,0.0)</a:t>
            </a:r>
            <a:endParaRPr lang="en-US" b="0" dirty="0"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Point p1, p2;</a:t>
            </a:r>
          </a:p>
          <a:p>
            <a:r>
              <a:rPr lang="en-US" dirty="0">
                <a:latin typeface="Consolas" panose="020B0609020204030204" pitchFamily="49" charset="0"/>
              </a:rPr>
              <a:t>  // Another points at location (3.0,4.0)</a:t>
            </a:r>
          </a:p>
          <a:p>
            <a:pPr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Point p3(3.0, 4.0);</a:t>
            </a:r>
            <a:br>
              <a:rPr lang="en-US" b="0" dirty="0">
                <a:effectLst/>
                <a:latin typeface="Consolas" panose="020B0609020204030204" pitchFamily="49" charset="0"/>
              </a:rPr>
            </a:br>
            <a:endParaRPr lang="en-US" b="0" dirty="0"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// Following prints: "p1: (0,0) p2: (3,4)"</a:t>
            </a:r>
          </a:p>
          <a:p>
            <a:pPr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effectLst/>
                <a:latin typeface="Consolas" panose="020B0609020204030204" pitchFamily="49" charset="0"/>
              </a:rPr>
              <a:t> &lt;&lt; "p1: " &lt;&lt; p1 &lt;&lt; " p3: " &lt;&lt; p2 &lt;&lt;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000" b="0" dirty="0"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p1.setx(-1.0);</a:t>
            </a:r>
          </a:p>
          <a:p>
            <a:pPr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p1.sety(-1.0);</a:t>
            </a:r>
          </a:p>
          <a:p>
            <a:pPr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// The following will print: "p1+p2: (2,4)"</a:t>
            </a:r>
          </a:p>
          <a:p>
            <a:pPr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effectLst/>
                <a:latin typeface="Consolas" panose="020B0609020204030204" pitchFamily="49" charset="0"/>
              </a:rPr>
              <a:t> &lt;&lt; "p1+p2: " &lt;&lt; p1 + p3 &lt;&lt;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effectLst/>
                <a:latin typeface="Consolas" panose="020B0609020204030204" pitchFamily="49" charset="0"/>
              </a:rPr>
              <a:t>; </a:t>
            </a:r>
          </a:p>
          <a:p>
            <a:pPr>
              <a:buNone/>
            </a:pPr>
            <a:br>
              <a:rPr lang="en-US" b="0" dirty="0">
                <a:effectLst/>
                <a:latin typeface="Consolas" panose="020B0609020204030204" pitchFamily="49" charset="0"/>
              </a:rPr>
            </a:br>
            <a:r>
              <a:rPr lang="en-US" b="0" dirty="0">
                <a:effectLst/>
                <a:latin typeface="Consolas" panose="020B0609020204030204" pitchFamily="49" charset="0"/>
              </a:rPr>
              <a:t>  if (p1 == p3)</a:t>
            </a:r>
          </a:p>
          <a:p>
            <a:pPr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    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effectLst/>
                <a:latin typeface="Consolas" panose="020B0609020204030204" pitchFamily="49" charset="0"/>
              </a:rPr>
              <a:t> &lt;&lt; "p1 &amp; p3 are @ same location!" &lt;&lt;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100" b="0" dirty="0"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return(0);</a:t>
            </a:r>
          </a:p>
          <a:p>
            <a:pPr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}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F27C9EA-4AA4-37A8-EA33-1356A92EB949}"/>
              </a:ext>
            </a:extLst>
          </p:cNvPr>
          <p:cNvCxnSpPr>
            <a:cxnSpLocks/>
          </p:cNvCxnSpPr>
          <p:nvPr/>
        </p:nvCxnSpPr>
        <p:spPr>
          <a:xfrm flipH="1">
            <a:off x="6096000" y="3269992"/>
            <a:ext cx="59301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7264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98DA411F14FB3446BFBA932E3193AD5E" ma:contentTypeVersion="0" ma:contentTypeDescription="Yeni belge oluşturun." ma:contentTypeScope="" ma:versionID="f24eb5264a216acb6eaa23edf950d866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eb3976cc54e553a713b593afa41ee61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4530BF5-1120-49EC-91C1-7F5150F0239E}"/>
</file>

<file path=customXml/itemProps2.xml><?xml version="1.0" encoding="utf-8"?>
<ds:datastoreItem xmlns:ds="http://schemas.openxmlformats.org/officeDocument/2006/customXml" ds:itemID="{9D397D9A-B879-4340-B492-1741F9B7CA32}"/>
</file>

<file path=customXml/itemProps3.xml><?xml version="1.0" encoding="utf-8"?>
<ds:datastoreItem xmlns:ds="http://schemas.openxmlformats.org/officeDocument/2006/customXml" ds:itemID="{D5908E2A-632E-47EA-9D8D-8C1324DDB92A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243</Words>
  <Application>Microsoft Office PowerPoint</Application>
  <PresentationFormat>Widescreen</PresentationFormat>
  <Paragraphs>27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Aptos</vt:lpstr>
      <vt:lpstr>Aptos Display</vt:lpstr>
      <vt:lpstr>Arial</vt:lpstr>
      <vt:lpstr>Consolas</vt:lpstr>
      <vt:lpstr>Liberation Serif</vt:lpstr>
      <vt:lpstr>Times New Roman</vt:lpstr>
      <vt:lpstr>Office Theme</vt:lpstr>
      <vt:lpstr>CSE 241 OOP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Yakup Genc</dc:creator>
  <cp:lastModifiedBy>Yakup GENÇ</cp:lastModifiedBy>
  <cp:revision>26</cp:revision>
  <dcterms:created xsi:type="dcterms:W3CDTF">2025-10-01T11:57:46Z</dcterms:created>
  <dcterms:modified xsi:type="dcterms:W3CDTF">2025-10-13T16:26:00Z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0x01010098DA411F14FB3446BFBA932E3193AD5E</vt:lpwstr>
  </property>
</Properties>
</file>