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B225E-EF37-FE39-212D-7A48684199DA}" v="1" dt="2025-12-04T06:39:37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T YAKA" userId="S::m.yaka2023@gtu.edu.tr::258beb07-cb7b-46b5-b7d1-ced3a25a5f00" providerId="AD" clId="Web-{7FAB225E-EF37-FE39-212D-7A48684199DA}"/>
    <pc:docChg chg="modSld">
      <pc:chgData name="MERT YAKA" userId="S::m.yaka2023@gtu.edu.tr::258beb07-cb7b-46b5-b7d1-ced3a25a5f00" providerId="AD" clId="Web-{7FAB225E-EF37-FE39-212D-7A48684199DA}" dt="2025-12-04T06:39:37.682" v="0" actId="1076"/>
      <pc:docMkLst>
        <pc:docMk/>
      </pc:docMkLst>
      <pc:sldChg chg="modSp">
        <pc:chgData name="MERT YAKA" userId="S::m.yaka2023@gtu.edu.tr::258beb07-cb7b-46b5-b7d1-ced3a25a5f00" providerId="AD" clId="Web-{7FAB225E-EF37-FE39-212D-7A48684199DA}" dt="2025-12-04T06:39:37.682" v="0" actId="1076"/>
        <pc:sldMkLst>
          <pc:docMk/>
          <pc:sldMk cId="2322150681" sldId="258"/>
        </pc:sldMkLst>
        <pc:spChg chg="mod">
          <ac:chgData name="MERT YAKA" userId="S::m.yaka2023@gtu.edu.tr::258beb07-cb7b-46b5-b7d1-ced3a25a5f00" providerId="AD" clId="Web-{7FAB225E-EF37-FE39-212D-7A48684199DA}" dt="2025-12-04T06:39:37.682" v="0" actId="1076"/>
          <ac:spMkLst>
            <pc:docMk/>
            <pc:sldMk cId="2322150681" sldId="258"/>
            <ac:spMk id="6" creationId="{1591A1F6-B01A-E0A9-0750-BC001E3219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</a:p>
          <a:p>
            <a:r>
              <a:rPr lang="en-US"/>
              <a:t>Quiz #7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91A1F6-B01A-E0A9-0750-BC001E321900}"/>
              </a:ext>
            </a:extLst>
          </p:cNvPr>
          <p:cNvSpPr txBox="1"/>
          <p:nvPr/>
        </p:nvSpPr>
        <p:spPr>
          <a:xfrm>
            <a:off x="5772364" y="432164"/>
            <a:ext cx="6267451" cy="2262158"/>
          </a:xfrm>
          <a:custGeom>
            <a:avLst/>
            <a:gdLst>
              <a:gd name="csX0" fmla="*/ 0 w 6267451"/>
              <a:gd name="csY0" fmla="*/ 0 h 2262158"/>
              <a:gd name="csX1" fmla="*/ 507094 w 6267451"/>
              <a:gd name="csY1" fmla="*/ 0 h 2262158"/>
              <a:gd name="csX2" fmla="*/ 888839 w 6267451"/>
              <a:gd name="csY2" fmla="*/ 0 h 2262158"/>
              <a:gd name="csX3" fmla="*/ 1583956 w 6267451"/>
              <a:gd name="csY3" fmla="*/ 0 h 2262158"/>
              <a:gd name="csX4" fmla="*/ 2091050 w 6267451"/>
              <a:gd name="csY4" fmla="*/ 0 h 2262158"/>
              <a:gd name="csX5" fmla="*/ 2598143 w 6267451"/>
              <a:gd name="csY5" fmla="*/ 0 h 2262158"/>
              <a:gd name="csX6" fmla="*/ 3293261 w 6267451"/>
              <a:gd name="csY6" fmla="*/ 0 h 2262158"/>
              <a:gd name="csX7" fmla="*/ 3737680 w 6267451"/>
              <a:gd name="csY7" fmla="*/ 0 h 2262158"/>
              <a:gd name="csX8" fmla="*/ 4432797 w 6267451"/>
              <a:gd name="csY8" fmla="*/ 0 h 2262158"/>
              <a:gd name="csX9" fmla="*/ 5127914 w 6267451"/>
              <a:gd name="csY9" fmla="*/ 0 h 2262158"/>
              <a:gd name="csX10" fmla="*/ 5697683 w 6267451"/>
              <a:gd name="csY10" fmla="*/ 0 h 2262158"/>
              <a:gd name="csX11" fmla="*/ 6267451 w 6267451"/>
              <a:gd name="csY11" fmla="*/ 0 h 2262158"/>
              <a:gd name="csX12" fmla="*/ 6267451 w 6267451"/>
              <a:gd name="csY12" fmla="*/ 542918 h 2262158"/>
              <a:gd name="csX13" fmla="*/ 6267451 w 6267451"/>
              <a:gd name="csY13" fmla="*/ 1040593 h 2262158"/>
              <a:gd name="csX14" fmla="*/ 6267451 w 6267451"/>
              <a:gd name="csY14" fmla="*/ 1606132 h 2262158"/>
              <a:gd name="csX15" fmla="*/ 6267451 w 6267451"/>
              <a:gd name="csY15" fmla="*/ 2262158 h 2262158"/>
              <a:gd name="csX16" fmla="*/ 5697683 w 6267451"/>
              <a:gd name="csY16" fmla="*/ 2262158 h 2262158"/>
              <a:gd name="csX17" fmla="*/ 5002565 w 6267451"/>
              <a:gd name="csY17" fmla="*/ 2262158 h 2262158"/>
              <a:gd name="csX18" fmla="*/ 4432797 w 6267451"/>
              <a:gd name="csY18" fmla="*/ 2262158 h 2262158"/>
              <a:gd name="csX19" fmla="*/ 4051052 w 6267451"/>
              <a:gd name="csY19" fmla="*/ 2262158 h 2262158"/>
              <a:gd name="csX20" fmla="*/ 3606633 w 6267451"/>
              <a:gd name="csY20" fmla="*/ 2262158 h 2262158"/>
              <a:gd name="csX21" fmla="*/ 2911516 w 6267451"/>
              <a:gd name="csY21" fmla="*/ 2262158 h 2262158"/>
              <a:gd name="csX22" fmla="*/ 2341748 w 6267451"/>
              <a:gd name="csY22" fmla="*/ 2262158 h 2262158"/>
              <a:gd name="csX23" fmla="*/ 1897328 w 6267451"/>
              <a:gd name="csY23" fmla="*/ 2262158 h 2262158"/>
              <a:gd name="csX24" fmla="*/ 1327560 w 6267451"/>
              <a:gd name="csY24" fmla="*/ 2262158 h 2262158"/>
              <a:gd name="csX25" fmla="*/ 945815 w 6267451"/>
              <a:gd name="csY25" fmla="*/ 2262158 h 2262158"/>
              <a:gd name="csX26" fmla="*/ 564071 w 6267451"/>
              <a:gd name="csY26" fmla="*/ 2262158 h 2262158"/>
              <a:gd name="csX27" fmla="*/ 0 w 6267451"/>
              <a:gd name="csY27" fmla="*/ 2262158 h 2262158"/>
              <a:gd name="csX28" fmla="*/ 0 w 6267451"/>
              <a:gd name="csY28" fmla="*/ 1741862 h 2262158"/>
              <a:gd name="csX29" fmla="*/ 0 w 6267451"/>
              <a:gd name="csY29" fmla="*/ 1131079 h 2262158"/>
              <a:gd name="csX30" fmla="*/ 0 w 6267451"/>
              <a:gd name="csY30" fmla="*/ 588161 h 2262158"/>
              <a:gd name="csX31" fmla="*/ 0 w 6267451"/>
              <a:gd name="csY31" fmla="*/ 0 h 2262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267451" h="2262158" extrusionOk="0">
                <a:moveTo>
                  <a:pt x="0" y="0"/>
                </a:moveTo>
                <a:cubicBezTo>
                  <a:pt x="238495" y="-60322"/>
                  <a:pt x="401259" y="5310"/>
                  <a:pt x="507094" y="0"/>
                </a:cubicBezTo>
                <a:cubicBezTo>
                  <a:pt x="612929" y="-5310"/>
                  <a:pt x="716259" y="8332"/>
                  <a:pt x="888839" y="0"/>
                </a:cubicBezTo>
                <a:cubicBezTo>
                  <a:pt x="1061419" y="-8332"/>
                  <a:pt x="1296823" y="8993"/>
                  <a:pt x="1583956" y="0"/>
                </a:cubicBezTo>
                <a:cubicBezTo>
                  <a:pt x="1871089" y="-8993"/>
                  <a:pt x="1877244" y="40839"/>
                  <a:pt x="2091050" y="0"/>
                </a:cubicBezTo>
                <a:cubicBezTo>
                  <a:pt x="2304856" y="-40839"/>
                  <a:pt x="2480811" y="27273"/>
                  <a:pt x="2598143" y="0"/>
                </a:cubicBezTo>
                <a:cubicBezTo>
                  <a:pt x="2715475" y="-27273"/>
                  <a:pt x="3061904" y="51832"/>
                  <a:pt x="3293261" y="0"/>
                </a:cubicBezTo>
                <a:cubicBezTo>
                  <a:pt x="3524618" y="-51832"/>
                  <a:pt x="3636894" y="44262"/>
                  <a:pt x="3737680" y="0"/>
                </a:cubicBezTo>
                <a:cubicBezTo>
                  <a:pt x="3838466" y="-44262"/>
                  <a:pt x="4246672" y="75569"/>
                  <a:pt x="4432797" y="0"/>
                </a:cubicBezTo>
                <a:cubicBezTo>
                  <a:pt x="4618922" y="-75569"/>
                  <a:pt x="4880182" y="21638"/>
                  <a:pt x="5127914" y="0"/>
                </a:cubicBezTo>
                <a:cubicBezTo>
                  <a:pt x="5375646" y="-21638"/>
                  <a:pt x="5538650" y="35683"/>
                  <a:pt x="5697683" y="0"/>
                </a:cubicBezTo>
                <a:cubicBezTo>
                  <a:pt x="5856716" y="-35683"/>
                  <a:pt x="6106085" y="67197"/>
                  <a:pt x="6267451" y="0"/>
                </a:cubicBezTo>
                <a:cubicBezTo>
                  <a:pt x="6330831" y="146802"/>
                  <a:pt x="6202771" y="408441"/>
                  <a:pt x="6267451" y="542918"/>
                </a:cubicBezTo>
                <a:cubicBezTo>
                  <a:pt x="6332131" y="677395"/>
                  <a:pt x="6258818" y="843043"/>
                  <a:pt x="6267451" y="1040593"/>
                </a:cubicBezTo>
                <a:cubicBezTo>
                  <a:pt x="6276084" y="1238144"/>
                  <a:pt x="6232736" y="1423278"/>
                  <a:pt x="6267451" y="1606132"/>
                </a:cubicBezTo>
                <a:cubicBezTo>
                  <a:pt x="6302166" y="1788986"/>
                  <a:pt x="6245337" y="2116350"/>
                  <a:pt x="6267451" y="2262158"/>
                </a:cubicBezTo>
                <a:cubicBezTo>
                  <a:pt x="6138471" y="2320636"/>
                  <a:pt x="5920502" y="2232566"/>
                  <a:pt x="5697683" y="2262158"/>
                </a:cubicBezTo>
                <a:cubicBezTo>
                  <a:pt x="5474864" y="2291750"/>
                  <a:pt x="5188195" y="2195754"/>
                  <a:pt x="5002565" y="2262158"/>
                </a:cubicBezTo>
                <a:cubicBezTo>
                  <a:pt x="4816935" y="2328562"/>
                  <a:pt x="4653940" y="2244867"/>
                  <a:pt x="4432797" y="2262158"/>
                </a:cubicBezTo>
                <a:cubicBezTo>
                  <a:pt x="4211654" y="2279449"/>
                  <a:pt x="4221779" y="2236666"/>
                  <a:pt x="4051052" y="2262158"/>
                </a:cubicBezTo>
                <a:cubicBezTo>
                  <a:pt x="3880326" y="2287650"/>
                  <a:pt x="3731727" y="2234995"/>
                  <a:pt x="3606633" y="2262158"/>
                </a:cubicBezTo>
                <a:cubicBezTo>
                  <a:pt x="3481539" y="2289321"/>
                  <a:pt x="3054814" y="2256004"/>
                  <a:pt x="2911516" y="2262158"/>
                </a:cubicBezTo>
                <a:cubicBezTo>
                  <a:pt x="2768218" y="2268312"/>
                  <a:pt x="2591229" y="2224297"/>
                  <a:pt x="2341748" y="2262158"/>
                </a:cubicBezTo>
                <a:cubicBezTo>
                  <a:pt x="2092267" y="2300019"/>
                  <a:pt x="2033819" y="2255167"/>
                  <a:pt x="1897328" y="2262158"/>
                </a:cubicBezTo>
                <a:cubicBezTo>
                  <a:pt x="1760837" y="2269149"/>
                  <a:pt x="1499646" y="2229735"/>
                  <a:pt x="1327560" y="2262158"/>
                </a:cubicBezTo>
                <a:cubicBezTo>
                  <a:pt x="1155474" y="2294581"/>
                  <a:pt x="1082854" y="2240229"/>
                  <a:pt x="945815" y="2262158"/>
                </a:cubicBezTo>
                <a:cubicBezTo>
                  <a:pt x="808776" y="2284087"/>
                  <a:pt x="741552" y="2216716"/>
                  <a:pt x="564071" y="2262158"/>
                </a:cubicBezTo>
                <a:cubicBezTo>
                  <a:pt x="386590" y="2307600"/>
                  <a:pt x="142075" y="2240263"/>
                  <a:pt x="0" y="2262158"/>
                </a:cubicBezTo>
                <a:cubicBezTo>
                  <a:pt x="-30016" y="2062959"/>
                  <a:pt x="8538" y="1958896"/>
                  <a:pt x="0" y="1741862"/>
                </a:cubicBezTo>
                <a:cubicBezTo>
                  <a:pt x="-8538" y="1524828"/>
                  <a:pt x="48150" y="1332544"/>
                  <a:pt x="0" y="1131079"/>
                </a:cubicBezTo>
                <a:cubicBezTo>
                  <a:pt x="-48150" y="929614"/>
                  <a:pt x="41563" y="832700"/>
                  <a:pt x="0" y="588161"/>
                </a:cubicBezTo>
                <a:cubicBezTo>
                  <a:pt x="-41563" y="343622"/>
                  <a:pt x="6113" y="201978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Study </a:t>
            </a:r>
            <a:r>
              <a:rPr lang="tr-TR" sz="2000" b="1" kern="15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tr-TR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2000" b="1" kern="150" err="1">
                <a:latin typeface="Times New Roman" panose="02020603050405020304" pitchFamily="18" charset="0"/>
                <a:ea typeface="Times New Roman" panose="02020603050405020304" pitchFamily="18" charset="0"/>
              </a:rPr>
              <a:t>given</a:t>
            </a: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2000" b="1" kern="150" err="1">
                <a:latin typeface="Times New Roman" panose="02020603050405020304" pitchFamily="18" charset="0"/>
                <a:ea typeface="Times New Roman" panose="02020603050405020304" pitchFamily="18" charset="0"/>
              </a:rPr>
              <a:t>driver</a:t>
            </a:r>
            <a:r>
              <a:rPr lang="tr-TR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2000" b="1" kern="150" err="1">
                <a:latin typeface="Times New Roman" panose="02020603050405020304" pitchFamily="18" charset="0"/>
                <a:ea typeface="Times New Roman" panose="02020603050405020304" pitchFamily="18" charset="0"/>
              </a:rPr>
              <a:t>code</a:t>
            </a:r>
            <a:r>
              <a:rPr lang="tr-TR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..</a:t>
            </a:r>
            <a:r>
              <a:rPr lang="tr-TR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2000">
                <a:effectLst/>
                <a:latin typeface="Liberation Serif"/>
                <a:ea typeface="DejaVu Sans"/>
                <a:cs typeface="DejaVu Sans"/>
              </a:rPr>
              <a:t>Write the class definition for classes Shape, Square, and Rectangle. Do not implement any functions on this page. Show everything that needs to go into </a:t>
            </a:r>
            <a:r>
              <a:rPr lang="en-US" sz="2000" err="1">
                <a:effectLst/>
                <a:latin typeface="Liberation Serif"/>
                <a:ea typeface="DejaVu Sans"/>
                <a:cs typeface="DejaVu Sans"/>
              </a:rPr>
              <a:t>shapes.h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.</a:t>
            </a:r>
            <a:endParaRPr lang="en-US" sz="2000">
              <a:effectLst/>
              <a:latin typeface="Liberation Serif"/>
              <a:ea typeface="DejaVu Sans"/>
              <a:cs typeface="DejaVu Sans"/>
            </a:endParaRPr>
          </a:p>
          <a:p>
            <a:endParaRPr lang="en-US" sz="10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Implement all the functions of all the classes you defined</a:t>
            </a:r>
            <a:r>
              <a:rPr lang="tr-TR" sz="2000">
                <a:latin typeface="Liberation Serif"/>
                <a:ea typeface="DejaVu Sans"/>
                <a:cs typeface="DejaVu Sans"/>
              </a:rPr>
              <a:t>.</a:t>
            </a:r>
            <a:r>
              <a:rPr lang="en-US" sz="2000">
                <a:latin typeface="Liberation Serif"/>
                <a:ea typeface="DejaVu Sans"/>
                <a:cs typeface="DejaVu Sans"/>
              </a:rPr>
              <a:t> Show everything that needs to go in shapes.cpp.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7985F-316F-D6F7-6195-C664DFA1D66F}"/>
              </a:ext>
            </a:extLst>
          </p:cNvPr>
          <p:cNvSpPr txBox="1"/>
          <p:nvPr/>
        </p:nvSpPr>
        <p:spPr>
          <a:xfrm>
            <a:off x="5398291" y="2912626"/>
            <a:ext cx="647223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vector&lt;Shape*&gt; vs;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 err="1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push_back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Square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 err="1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push_back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Square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 err="1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push_back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Circle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 i&lt;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  <a:r>
              <a:rPr lang="en-US" sz="1400" err="1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push_back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rand_shape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 i&lt;</a:t>
            </a:r>
            <a:r>
              <a:rPr lang="en-US" sz="1400" err="1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size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(); i++) </a:t>
            </a:r>
            <a:r>
              <a:rPr lang="en-US" sz="1400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[i]-&gt;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 // The following makes a deep comparison such that the shape 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 // type and dimensions and centers are have the same values. 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 // HINT: You may need to keep a flag in the base class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 // to identify what type of a shape it is...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]-&gt;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compare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// prints 1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]-&gt;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compare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1F377F"/>
                </a:solidFill>
                <a:latin typeface="Consolas" panose="020B0609020204030204" pitchFamily="49" charset="0"/>
              </a:rPr>
              <a:t>vs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4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 // prints 0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7D77F-3119-A988-E860-27BCF84D4DA5}"/>
              </a:ext>
            </a:extLst>
          </p:cNvPr>
          <p:cNvSpPr txBox="1"/>
          <p:nvPr/>
        </p:nvSpPr>
        <p:spPr>
          <a:xfrm>
            <a:off x="152402" y="180196"/>
            <a:ext cx="5105398" cy="40434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shapes.h</a:t>
            </a:r>
            <a:r>
              <a:rPr lang="en-US" sz="1400" b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std;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>
                <a:solidFill>
                  <a:srgbClr val="2B91AF"/>
                </a:solidFill>
                <a:latin typeface="Consolas" panose="020B0609020204030204" pitchFamily="49" charset="0"/>
              </a:rPr>
              <a:t>Shape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400" err="1">
                <a:solidFill>
                  <a:srgbClr val="74531F"/>
                </a:solidFill>
                <a:latin typeface="Consolas" panose="020B0609020204030204" pitchFamily="49" charset="0"/>
              </a:rPr>
              <a:t>rand_shape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Shape * s;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 %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y =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 %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switch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 %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   s = 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Circle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   s = 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Square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   s = 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74531F"/>
                </a:solidFill>
                <a:latin typeface="Consolas" panose="020B0609020204030204" pitchFamily="49" charset="0"/>
              </a:rPr>
              <a:t>rand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en-US" sz="140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40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pPr>
              <a:lnSpc>
                <a:spcPts val="1425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5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DAAC95-E3FE-43F1-A06D-081C9F5E7C6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E5D70E-C0BF-4B7B-B089-68CDB8B026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766878-FD24-432D-A2E7-753B0B167435}">
  <ds:schemaRefs>
    <ds:schemaRef ds:uri="8e2b7dea-49f8-4593-82c4-e63f6b2d98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revision>1</cp:revision>
  <dcterms:created xsi:type="dcterms:W3CDTF">2025-10-01T11:57:46Z</dcterms:created>
  <dcterms:modified xsi:type="dcterms:W3CDTF">2025-12-04T06:39:38Z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